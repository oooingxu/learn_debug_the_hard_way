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317" r:id="rId3"/>
    <p:sldId id="258" r:id="rId4"/>
    <p:sldId id="365" r:id="rId5"/>
    <p:sldId id="383" r:id="rId6"/>
    <p:sldId id="303" r:id="rId7"/>
    <p:sldId id="374" r:id="rId8"/>
    <p:sldId id="384" r:id="rId9"/>
    <p:sldId id="378" r:id="rId10"/>
    <p:sldId id="385" r:id="rId11"/>
    <p:sldId id="381" r:id="rId12"/>
    <p:sldId id="382" r:id="rId13"/>
    <p:sldId id="387" r:id="rId14"/>
    <p:sldId id="386" r:id="rId15"/>
    <p:sldId id="388" r:id="rId16"/>
  </p:sldIdLst>
  <p:sldSz cx="18288000" cy="10287000"/>
  <p:notesSz cx="18288000" cy="10287000"/>
  <p:custDataLst>
    <p:tags r:id="rId19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56" userDrawn="1">
          <p15:clr>
            <a:srgbClr val="A4A3A4"/>
          </p15:clr>
        </p15:guide>
        <p15:guide id="2" pos="211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543316144" name="WPS_1695282536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64C8"/>
    <a:srgbClr val="001294"/>
    <a:srgbClr val="5B6FFF"/>
    <a:srgbClr val="B9B9B9"/>
    <a:srgbClr val="7887FF"/>
    <a:srgbClr val="FFFFFF"/>
    <a:srgbClr val="8292E6"/>
    <a:srgbClr val="8BD1E6"/>
    <a:srgbClr val="A287FF"/>
    <a:srgbClr val="C737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05" autoAdjust="0"/>
    <p:restoredTop sz="94660"/>
  </p:normalViewPr>
  <p:slideViewPr>
    <p:cSldViewPr showGuides="1">
      <p:cViewPr varScale="1">
        <p:scale>
          <a:sx n="68" d="100"/>
          <a:sy n="68" d="100"/>
        </p:scale>
        <p:origin x="76" y="192"/>
      </p:cViewPr>
      <p:guideLst>
        <p:guide orient="horz" pos="2956"/>
        <p:guide pos="211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7" d="100"/>
          <a:sy n="77" d="100"/>
        </p:scale>
        <p:origin x="109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613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35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10358968" y="0"/>
            <a:ext cx="7924800" cy="51613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350"/>
            </a:lvl1pPr>
          </a:lstStyle>
          <a:p>
            <a:fld id="{0F9B84EA-7D68-4D60-9CB1-D50884785D1C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70865"/>
            <a:ext cx="7924800" cy="5161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35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10358968" y="9770865"/>
            <a:ext cx="7924800" cy="5161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35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101E0D-0F6F-4BFB-AB0A-82DAE019F72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05CFA6-242B-4D5F-8F94-53689990E5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05CFA6-242B-4D5F-8F94-53689990E56B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05CFA6-242B-4D5F-8F94-53689990E56B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05CFA6-242B-4D5F-8F94-53689990E56B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77868" y="1092521"/>
            <a:ext cx="2230120" cy="6870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rgbClr val="7887FF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7887FF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6">
            <a:extLst>
              <a:ext uri="{FF2B5EF4-FFF2-40B4-BE49-F238E27FC236}">
                <a16:creationId xmlns:a16="http://schemas.microsoft.com/office/drawing/2014/main" id="{E802BC1B-C121-B4A2-02C3-9F798CEB3A5C}"/>
              </a:ext>
            </a:extLst>
          </p:cNvPr>
          <p:cNvSpPr/>
          <p:nvPr userDrawn="1"/>
        </p:nvSpPr>
        <p:spPr>
          <a:xfrm>
            <a:off x="1763902" y="2031943"/>
            <a:ext cx="3858260" cy="38100"/>
          </a:xfrm>
          <a:custGeom>
            <a:avLst/>
            <a:gdLst/>
            <a:ahLst/>
            <a:cxnLst/>
            <a:rect l="l" t="t" r="r" b="b"/>
            <a:pathLst>
              <a:path w="3858260" h="38100">
                <a:moveTo>
                  <a:pt x="3857910" y="38099"/>
                </a:moveTo>
                <a:lnTo>
                  <a:pt x="0" y="38099"/>
                </a:lnTo>
                <a:lnTo>
                  <a:pt x="0" y="0"/>
                </a:lnTo>
                <a:lnTo>
                  <a:pt x="3857910" y="0"/>
                </a:lnTo>
                <a:lnTo>
                  <a:pt x="3857910" y="38099"/>
                </a:lnTo>
                <a:close/>
              </a:path>
            </a:pathLst>
          </a:custGeom>
          <a:solidFill>
            <a:srgbClr val="3B64C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7887FF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7887FF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E608B3-F859-7163-0B61-7D04AEDDA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7BC2402-C49C-5060-C417-6FD8215CF0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4C1AFD-B93B-987B-BE2C-065D72E0AF0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25AA57-0255-02EC-D3A0-8F9AE7883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4060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3">
            <a:extLst>
              <a:ext uri="{FF2B5EF4-FFF2-40B4-BE49-F238E27FC236}">
                <a16:creationId xmlns:a16="http://schemas.microsoft.com/office/drawing/2014/main" id="{03954143-64B9-796D-7794-82F6F89AFA90}"/>
              </a:ext>
            </a:extLst>
          </p:cNvPr>
          <p:cNvGrpSpPr/>
          <p:nvPr userDrawn="1"/>
        </p:nvGrpSpPr>
        <p:grpSpPr>
          <a:xfrm>
            <a:off x="0" y="7008366"/>
            <a:ext cx="17259300" cy="3279140"/>
            <a:chOff x="0" y="7008366"/>
            <a:chExt cx="17259300" cy="3279140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97621964-0E9A-3DFA-1D80-5E7B19ED4DC4}"/>
                </a:ext>
              </a:extLst>
            </p:cNvPr>
            <p:cNvSpPr/>
            <p:nvPr/>
          </p:nvSpPr>
          <p:spPr>
            <a:xfrm>
              <a:off x="2070525" y="7508819"/>
              <a:ext cx="14147165" cy="28575"/>
            </a:xfrm>
            <a:custGeom>
              <a:avLst/>
              <a:gdLst/>
              <a:ahLst/>
              <a:cxnLst/>
              <a:rect l="l" t="t" r="r" b="b"/>
              <a:pathLst>
                <a:path w="14147165" h="28575">
                  <a:moveTo>
                    <a:pt x="14146857" y="28575"/>
                  </a:moveTo>
                  <a:lnTo>
                    <a:pt x="0" y="28575"/>
                  </a:lnTo>
                  <a:lnTo>
                    <a:pt x="0" y="0"/>
                  </a:lnTo>
                  <a:lnTo>
                    <a:pt x="14146857" y="0"/>
                  </a:lnTo>
                  <a:lnTo>
                    <a:pt x="14146857" y="28575"/>
                  </a:lnTo>
                  <a:close/>
                </a:path>
              </a:pathLst>
            </a:custGeom>
            <a:solidFill>
              <a:srgbClr val="9DB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8864E9C3-72DF-94A4-A620-C945C369A07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008366"/>
              <a:ext cx="3990088" cy="3278632"/>
            </a:xfrm>
            <a:prstGeom prst="rect">
              <a:avLst/>
            </a:prstGeom>
          </p:spPr>
        </p:pic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FE4E7711-99A5-518D-E23E-AEA4282BB05F}"/>
                </a:ext>
              </a:extLst>
            </p:cNvPr>
            <p:cNvSpPr/>
            <p:nvPr/>
          </p:nvSpPr>
          <p:spPr>
            <a:xfrm>
              <a:off x="15800795" y="9015755"/>
              <a:ext cx="1458595" cy="485775"/>
            </a:xfrm>
            <a:custGeom>
              <a:avLst/>
              <a:gdLst/>
              <a:ahLst/>
              <a:cxnLst/>
              <a:rect l="l" t="t" r="r" b="b"/>
              <a:pathLst>
                <a:path w="1458594" h="485775">
                  <a:moveTo>
                    <a:pt x="485736" y="242862"/>
                  </a:moveTo>
                  <a:lnTo>
                    <a:pt x="424370" y="230276"/>
                  </a:lnTo>
                  <a:lnTo>
                    <a:pt x="375653" y="216382"/>
                  </a:lnTo>
                  <a:lnTo>
                    <a:pt x="337680" y="199313"/>
                  </a:lnTo>
                  <a:lnTo>
                    <a:pt x="286423" y="148043"/>
                  </a:lnTo>
                  <a:lnTo>
                    <a:pt x="269341" y="110070"/>
                  </a:lnTo>
                  <a:lnTo>
                    <a:pt x="255460" y="61353"/>
                  </a:lnTo>
                  <a:lnTo>
                    <a:pt x="242862" y="0"/>
                  </a:lnTo>
                  <a:lnTo>
                    <a:pt x="230276" y="61353"/>
                  </a:lnTo>
                  <a:lnTo>
                    <a:pt x="216382" y="110070"/>
                  </a:lnTo>
                  <a:lnTo>
                    <a:pt x="199313" y="148043"/>
                  </a:lnTo>
                  <a:lnTo>
                    <a:pt x="148043" y="199313"/>
                  </a:lnTo>
                  <a:lnTo>
                    <a:pt x="110070" y="216382"/>
                  </a:lnTo>
                  <a:lnTo>
                    <a:pt x="61353" y="230276"/>
                  </a:lnTo>
                  <a:lnTo>
                    <a:pt x="0" y="242862"/>
                  </a:lnTo>
                  <a:lnTo>
                    <a:pt x="61353" y="255460"/>
                  </a:lnTo>
                  <a:lnTo>
                    <a:pt x="110070" y="269341"/>
                  </a:lnTo>
                  <a:lnTo>
                    <a:pt x="148043" y="286423"/>
                  </a:lnTo>
                  <a:lnTo>
                    <a:pt x="199313" y="337680"/>
                  </a:lnTo>
                  <a:lnTo>
                    <a:pt x="216382" y="375653"/>
                  </a:lnTo>
                  <a:lnTo>
                    <a:pt x="230276" y="424370"/>
                  </a:lnTo>
                  <a:lnTo>
                    <a:pt x="242862" y="485736"/>
                  </a:lnTo>
                  <a:lnTo>
                    <a:pt x="255460" y="424370"/>
                  </a:lnTo>
                  <a:lnTo>
                    <a:pt x="269341" y="375653"/>
                  </a:lnTo>
                  <a:lnTo>
                    <a:pt x="286423" y="337680"/>
                  </a:lnTo>
                  <a:lnTo>
                    <a:pt x="337680" y="286423"/>
                  </a:lnTo>
                  <a:lnTo>
                    <a:pt x="375653" y="269341"/>
                  </a:lnTo>
                  <a:lnTo>
                    <a:pt x="424370" y="255460"/>
                  </a:lnTo>
                  <a:lnTo>
                    <a:pt x="485736" y="242862"/>
                  </a:lnTo>
                  <a:close/>
                </a:path>
                <a:path w="1458594" h="485775">
                  <a:moveTo>
                    <a:pt x="972108" y="242862"/>
                  </a:moveTo>
                  <a:lnTo>
                    <a:pt x="910755" y="230276"/>
                  </a:lnTo>
                  <a:lnTo>
                    <a:pt x="862037" y="216382"/>
                  </a:lnTo>
                  <a:lnTo>
                    <a:pt x="824064" y="199313"/>
                  </a:lnTo>
                  <a:lnTo>
                    <a:pt x="772795" y="148043"/>
                  </a:lnTo>
                  <a:lnTo>
                    <a:pt x="755726" y="110070"/>
                  </a:lnTo>
                  <a:lnTo>
                    <a:pt x="741832" y="61353"/>
                  </a:lnTo>
                  <a:lnTo>
                    <a:pt x="729246" y="0"/>
                  </a:lnTo>
                  <a:lnTo>
                    <a:pt x="716648" y="61353"/>
                  </a:lnTo>
                  <a:lnTo>
                    <a:pt x="702767" y="110070"/>
                  </a:lnTo>
                  <a:lnTo>
                    <a:pt x="685685" y="148043"/>
                  </a:lnTo>
                  <a:lnTo>
                    <a:pt x="634428" y="199313"/>
                  </a:lnTo>
                  <a:lnTo>
                    <a:pt x="596455" y="216382"/>
                  </a:lnTo>
                  <a:lnTo>
                    <a:pt x="547738" y="230276"/>
                  </a:lnTo>
                  <a:lnTo>
                    <a:pt x="486371" y="242862"/>
                  </a:lnTo>
                  <a:lnTo>
                    <a:pt x="547738" y="255460"/>
                  </a:lnTo>
                  <a:lnTo>
                    <a:pt x="596455" y="269341"/>
                  </a:lnTo>
                  <a:lnTo>
                    <a:pt x="634428" y="286423"/>
                  </a:lnTo>
                  <a:lnTo>
                    <a:pt x="685685" y="337680"/>
                  </a:lnTo>
                  <a:lnTo>
                    <a:pt x="702767" y="375653"/>
                  </a:lnTo>
                  <a:lnTo>
                    <a:pt x="716648" y="424370"/>
                  </a:lnTo>
                  <a:lnTo>
                    <a:pt x="729246" y="485736"/>
                  </a:lnTo>
                  <a:lnTo>
                    <a:pt x="741832" y="424370"/>
                  </a:lnTo>
                  <a:lnTo>
                    <a:pt x="755726" y="375653"/>
                  </a:lnTo>
                  <a:lnTo>
                    <a:pt x="772795" y="337680"/>
                  </a:lnTo>
                  <a:lnTo>
                    <a:pt x="824064" y="286423"/>
                  </a:lnTo>
                  <a:lnTo>
                    <a:pt x="862037" y="269341"/>
                  </a:lnTo>
                  <a:lnTo>
                    <a:pt x="910755" y="255460"/>
                  </a:lnTo>
                  <a:lnTo>
                    <a:pt x="972108" y="242862"/>
                  </a:lnTo>
                  <a:close/>
                </a:path>
                <a:path w="1458594" h="485775">
                  <a:moveTo>
                    <a:pt x="1458493" y="242862"/>
                  </a:moveTo>
                  <a:lnTo>
                    <a:pt x="1397139" y="230276"/>
                  </a:lnTo>
                  <a:lnTo>
                    <a:pt x="1348409" y="216382"/>
                  </a:lnTo>
                  <a:lnTo>
                    <a:pt x="1310436" y="199313"/>
                  </a:lnTo>
                  <a:lnTo>
                    <a:pt x="1259179" y="148043"/>
                  </a:lnTo>
                  <a:lnTo>
                    <a:pt x="1242098" y="110070"/>
                  </a:lnTo>
                  <a:lnTo>
                    <a:pt x="1228217" y="61353"/>
                  </a:lnTo>
                  <a:lnTo>
                    <a:pt x="1215618" y="0"/>
                  </a:lnTo>
                  <a:lnTo>
                    <a:pt x="1203032" y="61353"/>
                  </a:lnTo>
                  <a:lnTo>
                    <a:pt x="1189139" y="110070"/>
                  </a:lnTo>
                  <a:lnTo>
                    <a:pt x="1172070" y="148043"/>
                  </a:lnTo>
                  <a:lnTo>
                    <a:pt x="1120800" y="199313"/>
                  </a:lnTo>
                  <a:lnTo>
                    <a:pt x="1082827" y="216382"/>
                  </a:lnTo>
                  <a:lnTo>
                    <a:pt x="1034110" y="230276"/>
                  </a:lnTo>
                  <a:lnTo>
                    <a:pt x="972756" y="242862"/>
                  </a:lnTo>
                  <a:lnTo>
                    <a:pt x="1034110" y="255460"/>
                  </a:lnTo>
                  <a:lnTo>
                    <a:pt x="1082827" y="269341"/>
                  </a:lnTo>
                  <a:lnTo>
                    <a:pt x="1120800" y="286423"/>
                  </a:lnTo>
                  <a:lnTo>
                    <a:pt x="1172070" y="337680"/>
                  </a:lnTo>
                  <a:lnTo>
                    <a:pt x="1189139" y="375653"/>
                  </a:lnTo>
                  <a:lnTo>
                    <a:pt x="1203032" y="424370"/>
                  </a:lnTo>
                  <a:lnTo>
                    <a:pt x="1215618" y="485736"/>
                  </a:lnTo>
                  <a:lnTo>
                    <a:pt x="1228217" y="424370"/>
                  </a:lnTo>
                  <a:lnTo>
                    <a:pt x="1242098" y="375653"/>
                  </a:lnTo>
                  <a:lnTo>
                    <a:pt x="1259179" y="337680"/>
                  </a:lnTo>
                  <a:lnTo>
                    <a:pt x="1310436" y="286423"/>
                  </a:lnTo>
                  <a:lnTo>
                    <a:pt x="1348409" y="269341"/>
                  </a:lnTo>
                  <a:lnTo>
                    <a:pt x="1397139" y="255460"/>
                  </a:lnTo>
                  <a:lnTo>
                    <a:pt x="1458493" y="242862"/>
                  </a:lnTo>
                  <a:close/>
                </a:path>
              </a:pathLst>
            </a:custGeom>
            <a:solidFill>
              <a:srgbClr val="3B64C8">
                <a:alpha val="60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7">
            <a:extLst>
              <a:ext uri="{FF2B5EF4-FFF2-40B4-BE49-F238E27FC236}">
                <a16:creationId xmlns:a16="http://schemas.microsoft.com/office/drawing/2014/main" id="{F47C2264-A9D9-EA25-F9D1-22D95EE5B2DC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207976" cy="2250135"/>
          </a:xfrm>
          <a:prstGeom prst="rect">
            <a:avLst/>
          </a:prstGeom>
        </p:spPr>
      </p:pic>
      <p:grpSp>
        <p:nvGrpSpPr>
          <p:cNvPr id="11" name="object 8">
            <a:extLst>
              <a:ext uri="{FF2B5EF4-FFF2-40B4-BE49-F238E27FC236}">
                <a16:creationId xmlns:a16="http://schemas.microsoft.com/office/drawing/2014/main" id="{29B1EED2-FE1A-CCED-3187-4DE1387E75A4}"/>
              </a:ext>
            </a:extLst>
          </p:cNvPr>
          <p:cNvGrpSpPr/>
          <p:nvPr userDrawn="1"/>
        </p:nvGrpSpPr>
        <p:grpSpPr>
          <a:xfrm>
            <a:off x="2070525" y="0"/>
            <a:ext cx="16217900" cy="5492115"/>
            <a:chOff x="2070525" y="0"/>
            <a:chExt cx="16217900" cy="5492115"/>
          </a:xfrm>
        </p:grpSpPr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ADEC4E63-E0B7-C59C-2C49-305EB9BF9CDF}"/>
                </a:ext>
              </a:extLst>
            </p:cNvPr>
            <p:cNvSpPr/>
            <p:nvPr/>
          </p:nvSpPr>
          <p:spPr>
            <a:xfrm>
              <a:off x="2070525" y="3612767"/>
              <a:ext cx="14147165" cy="28575"/>
            </a:xfrm>
            <a:custGeom>
              <a:avLst/>
              <a:gdLst/>
              <a:ahLst/>
              <a:cxnLst/>
              <a:rect l="l" t="t" r="r" b="b"/>
              <a:pathLst>
                <a:path w="14147165" h="28575">
                  <a:moveTo>
                    <a:pt x="14146857" y="28575"/>
                  </a:moveTo>
                  <a:lnTo>
                    <a:pt x="0" y="28575"/>
                  </a:lnTo>
                  <a:lnTo>
                    <a:pt x="0" y="0"/>
                  </a:lnTo>
                  <a:lnTo>
                    <a:pt x="14146857" y="0"/>
                  </a:lnTo>
                  <a:lnTo>
                    <a:pt x="14146857" y="28575"/>
                  </a:lnTo>
                  <a:close/>
                </a:path>
              </a:pathLst>
            </a:custGeom>
            <a:solidFill>
              <a:srgbClr val="9DB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0">
              <a:extLst>
                <a:ext uri="{FF2B5EF4-FFF2-40B4-BE49-F238E27FC236}">
                  <a16:creationId xmlns:a16="http://schemas.microsoft.com/office/drawing/2014/main" id="{52899672-9CA8-6FC2-0AAD-34AE272A59E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12441" y="0"/>
              <a:ext cx="2475558" cy="5491770"/>
            </a:xfrm>
            <a:prstGeom prst="rect">
              <a:avLst/>
            </a:prstGeom>
          </p:spPr>
        </p:pic>
      </p:grpSp>
      <p:sp>
        <p:nvSpPr>
          <p:cNvPr id="16" name="object 13">
            <a:extLst>
              <a:ext uri="{FF2B5EF4-FFF2-40B4-BE49-F238E27FC236}">
                <a16:creationId xmlns:a16="http://schemas.microsoft.com/office/drawing/2014/main" id="{FF4E4ED4-5263-14E4-E69B-818D098AC33B}"/>
              </a:ext>
            </a:extLst>
          </p:cNvPr>
          <p:cNvSpPr/>
          <p:nvPr userDrawn="1"/>
        </p:nvSpPr>
        <p:spPr>
          <a:xfrm>
            <a:off x="2070524" y="3418168"/>
            <a:ext cx="3238500" cy="210185"/>
          </a:xfrm>
          <a:custGeom>
            <a:avLst/>
            <a:gdLst/>
            <a:ahLst/>
            <a:cxnLst/>
            <a:rect l="l" t="t" r="r" b="b"/>
            <a:pathLst>
              <a:path w="3238500" h="210185">
                <a:moveTo>
                  <a:pt x="3238499" y="209865"/>
                </a:moveTo>
                <a:lnTo>
                  <a:pt x="0" y="209865"/>
                </a:lnTo>
                <a:lnTo>
                  <a:pt x="0" y="0"/>
                </a:lnTo>
                <a:lnTo>
                  <a:pt x="3238499" y="0"/>
                </a:lnTo>
                <a:lnTo>
                  <a:pt x="3238499" y="209865"/>
                </a:lnTo>
                <a:close/>
              </a:path>
            </a:pathLst>
          </a:custGeom>
          <a:solidFill>
            <a:srgbClr val="3B64C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72CF8-17C4-4078-85B2-39F550680DC6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B962-779C-4FF3-BDB6-109470FB3D5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8068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0"/>
            <a:ext cx="2207976" cy="225013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812442" y="0"/>
            <a:ext cx="2475558" cy="549177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5800795" y="9015755"/>
            <a:ext cx="1458595" cy="485775"/>
          </a:xfrm>
          <a:custGeom>
            <a:avLst/>
            <a:gdLst/>
            <a:ahLst/>
            <a:cxnLst/>
            <a:rect l="l" t="t" r="r" b="b"/>
            <a:pathLst>
              <a:path w="1458594" h="485775">
                <a:moveTo>
                  <a:pt x="485736" y="242862"/>
                </a:moveTo>
                <a:lnTo>
                  <a:pt x="424370" y="230276"/>
                </a:lnTo>
                <a:lnTo>
                  <a:pt x="375653" y="216382"/>
                </a:lnTo>
                <a:lnTo>
                  <a:pt x="337680" y="199313"/>
                </a:lnTo>
                <a:lnTo>
                  <a:pt x="286423" y="148043"/>
                </a:lnTo>
                <a:lnTo>
                  <a:pt x="269341" y="110070"/>
                </a:lnTo>
                <a:lnTo>
                  <a:pt x="255460" y="61353"/>
                </a:lnTo>
                <a:lnTo>
                  <a:pt x="242862" y="0"/>
                </a:lnTo>
                <a:lnTo>
                  <a:pt x="230276" y="61353"/>
                </a:lnTo>
                <a:lnTo>
                  <a:pt x="216382" y="110070"/>
                </a:lnTo>
                <a:lnTo>
                  <a:pt x="199313" y="148043"/>
                </a:lnTo>
                <a:lnTo>
                  <a:pt x="148043" y="199313"/>
                </a:lnTo>
                <a:lnTo>
                  <a:pt x="110070" y="216382"/>
                </a:lnTo>
                <a:lnTo>
                  <a:pt x="61353" y="230276"/>
                </a:lnTo>
                <a:lnTo>
                  <a:pt x="0" y="242862"/>
                </a:lnTo>
                <a:lnTo>
                  <a:pt x="61353" y="255460"/>
                </a:lnTo>
                <a:lnTo>
                  <a:pt x="110070" y="269341"/>
                </a:lnTo>
                <a:lnTo>
                  <a:pt x="148043" y="286423"/>
                </a:lnTo>
                <a:lnTo>
                  <a:pt x="199313" y="337680"/>
                </a:lnTo>
                <a:lnTo>
                  <a:pt x="216382" y="375653"/>
                </a:lnTo>
                <a:lnTo>
                  <a:pt x="230276" y="424370"/>
                </a:lnTo>
                <a:lnTo>
                  <a:pt x="242862" y="485736"/>
                </a:lnTo>
                <a:lnTo>
                  <a:pt x="255460" y="424370"/>
                </a:lnTo>
                <a:lnTo>
                  <a:pt x="269341" y="375653"/>
                </a:lnTo>
                <a:lnTo>
                  <a:pt x="286423" y="337680"/>
                </a:lnTo>
                <a:lnTo>
                  <a:pt x="337680" y="286423"/>
                </a:lnTo>
                <a:lnTo>
                  <a:pt x="375653" y="269341"/>
                </a:lnTo>
                <a:lnTo>
                  <a:pt x="424370" y="255460"/>
                </a:lnTo>
                <a:lnTo>
                  <a:pt x="485736" y="242862"/>
                </a:lnTo>
                <a:close/>
              </a:path>
              <a:path w="1458594" h="485775">
                <a:moveTo>
                  <a:pt x="972108" y="242862"/>
                </a:moveTo>
                <a:lnTo>
                  <a:pt x="910755" y="230276"/>
                </a:lnTo>
                <a:lnTo>
                  <a:pt x="862037" y="216382"/>
                </a:lnTo>
                <a:lnTo>
                  <a:pt x="824064" y="199313"/>
                </a:lnTo>
                <a:lnTo>
                  <a:pt x="772795" y="148043"/>
                </a:lnTo>
                <a:lnTo>
                  <a:pt x="755726" y="110070"/>
                </a:lnTo>
                <a:lnTo>
                  <a:pt x="741832" y="61353"/>
                </a:lnTo>
                <a:lnTo>
                  <a:pt x="729246" y="0"/>
                </a:lnTo>
                <a:lnTo>
                  <a:pt x="716648" y="61353"/>
                </a:lnTo>
                <a:lnTo>
                  <a:pt x="702767" y="110070"/>
                </a:lnTo>
                <a:lnTo>
                  <a:pt x="685685" y="148043"/>
                </a:lnTo>
                <a:lnTo>
                  <a:pt x="634428" y="199313"/>
                </a:lnTo>
                <a:lnTo>
                  <a:pt x="596455" y="216382"/>
                </a:lnTo>
                <a:lnTo>
                  <a:pt x="547738" y="230276"/>
                </a:lnTo>
                <a:lnTo>
                  <a:pt x="486371" y="242862"/>
                </a:lnTo>
                <a:lnTo>
                  <a:pt x="547738" y="255460"/>
                </a:lnTo>
                <a:lnTo>
                  <a:pt x="596455" y="269341"/>
                </a:lnTo>
                <a:lnTo>
                  <a:pt x="634428" y="286423"/>
                </a:lnTo>
                <a:lnTo>
                  <a:pt x="685685" y="337680"/>
                </a:lnTo>
                <a:lnTo>
                  <a:pt x="702767" y="375653"/>
                </a:lnTo>
                <a:lnTo>
                  <a:pt x="716648" y="424370"/>
                </a:lnTo>
                <a:lnTo>
                  <a:pt x="729246" y="485736"/>
                </a:lnTo>
                <a:lnTo>
                  <a:pt x="741832" y="424370"/>
                </a:lnTo>
                <a:lnTo>
                  <a:pt x="755726" y="375653"/>
                </a:lnTo>
                <a:lnTo>
                  <a:pt x="772795" y="337680"/>
                </a:lnTo>
                <a:lnTo>
                  <a:pt x="824064" y="286423"/>
                </a:lnTo>
                <a:lnTo>
                  <a:pt x="862037" y="269341"/>
                </a:lnTo>
                <a:lnTo>
                  <a:pt x="910755" y="255460"/>
                </a:lnTo>
                <a:lnTo>
                  <a:pt x="972108" y="242862"/>
                </a:lnTo>
                <a:close/>
              </a:path>
              <a:path w="1458594" h="485775">
                <a:moveTo>
                  <a:pt x="1458493" y="242862"/>
                </a:moveTo>
                <a:lnTo>
                  <a:pt x="1397139" y="230276"/>
                </a:lnTo>
                <a:lnTo>
                  <a:pt x="1348409" y="216382"/>
                </a:lnTo>
                <a:lnTo>
                  <a:pt x="1310436" y="199313"/>
                </a:lnTo>
                <a:lnTo>
                  <a:pt x="1259179" y="148043"/>
                </a:lnTo>
                <a:lnTo>
                  <a:pt x="1242098" y="110070"/>
                </a:lnTo>
                <a:lnTo>
                  <a:pt x="1228217" y="61353"/>
                </a:lnTo>
                <a:lnTo>
                  <a:pt x="1215618" y="0"/>
                </a:lnTo>
                <a:lnTo>
                  <a:pt x="1203032" y="61353"/>
                </a:lnTo>
                <a:lnTo>
                  <a:pt x="1189139" y="110070"/>
                </a:lnTo>
                <a:lnTo>
                  <a:pt x="1172070" y="148043"/>
                </a:lnTo>
                <a:lnTo>
                  <a:pt x="1120800" y="199313"/>
                </a:lnTo>
                <a:lnTo>
                  <a:pt x="1082827" y="216382"/>
                </a:lnTo>
                <a:lnTo>
                  <a:pt x="1034110" y="230276"/>
                </a:lnTo>
                <a:lnTo>
                  <a:pt x="972756" y="242862"/>
                </a:lnTo>
                <a:lnTo>
                  <a:pt x="1034110" y="255460"/>
                </a:lnTo>
                <a:lnTo>
                  <a:pt x="1082827" y="269341"/>
                </a:lnTo>
                <a:lnTo>
                  <a:pt x="1120800" y="286423"/>
                </a:lnTo>
                <a:lnTo>
                  <a:pt x="1172070" y="337680"/>
                </a:lnTo>
                <a:lnTo>
                  <a:pt x="1189139" y="375653"/>
                </a:lnTo>
                <a:lnTo>
                  <a:pt x="1203032" y="424370"/>
                </a:lnTo>
                <a:lnTo>
                  <a:pt x="1215618" y="485736"/>
                </a:lnTo>
                <a:lnTo>
                  <a:pt x="1228217" y="424370"/>
                </a:lnTo>
                <a:lnTo>
                  <a:pt x="1242098" y="375653"/>
                </a:lnTo>
                <a:lnTo>
                  <a:pt x="1259179" y="337680"/>
                </a:lnTo>
                <a:lnTo>
                  <a:pt x="1310436" y="286423"/>
                </a:lnTo>
                <a:lnTo>
                  <a:pt x="1348409" y="269341"/>
                </a:lnTo>
                <a:lnTo>
                  <a:pt x="1397139" y="255460"/>
                </a:lnTo>
                <a:lnTo>
                  <a:pt x="1458493" y="242862"/>
                </a:lnTo>
                <a:close/>
              </a:path>
            </a:pathLst>
          </a:custGeom>
          <a:solidFill>
            <a:srgbClr val="3B64C8">
              <a:alpha val="60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12445" y="1102046"/>
            <a:ext cx="3761104" cy="6870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rgbClr val="7887FF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90244" y="3454232"/>
            <a:ext cx="8964294" cy="3863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7887FF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D9752351-CC21-3D58-AAA9-B54F41EE2FD3}"/>
              </a:ext>
            </a:extLst>
          </p:cNvPr>
          <p:cNvGrpSpPr/>
          <p:nvPr userDrawn="1"/>
        </p:nvGrpSpPr>
        <p:grpSpPr>
          <a:xfrm>
            <a:off x="0" y="7008366"/>
            <a:ext cx="17259300" cy="3279140"/>
            <a:chOff x="0" y="7008366"/>
            <a:chExt cx="17259300" cy="3279140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581A04A7-45D6-FD95-195A-2FD259657C0F}"/>
                </a:ext>
              </a:extLst>
            </p:cNvPr>
            <p:cNvSpPr/>
            <p:nvPr/>
          </p:nvSpPr>
          <p:spPr>
            <a:xfrm>
              <a:off x="2070525" y="7508819"/>
              <a:ext cx="14147165" cy="28575"/>
            </a:xfrm>
            <a:custGeom>
              <a:avLst/>
              <a:gdLst/>
              <a:ahLst/>
              <a:cxnLst/>
              <a:rect l="l" t="t" r="r" b="b"/>
              <a:pathLst>
                <a:path w="14147165" h="28575">
                  <a:moveTo>
                    <a:pt x="14146857" y="28575"/>
                  </a:moveTo>
                  <a:lnTo>
                    <a:pt x="0" y="28575"/>
                  </a:lnTo>
                  <a:lnTo>
                    <a:pt x="0" y="0"/>
                  </a:lnTo>
                  <a:lnTo>
                    <a:pt x="14146857" y="0"/>
                  </a:lnTo>
                  <a:lnTo>
                    <a:pt x="14146857" y="28575"/>
                  </a:lnTo>
                  <a:close/>
                </a:path>
              </a:pathLst>
            </a:custGeom>
            <a:solidFill>
              <a:srgbClr val="9DB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89EF98ED-E484-0392-CE5C-948122D72DD2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7008366"/>
              <a:ext cx="3990088" cy="3278632"/>
            </a:xfrm>
            <a:prstGeom prst="rect">
              <a:avLst/>
            </a:prstGeom>
          </p:spPr>
        </p:pic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D9D31C3A-0D5E-963E-2093-F8E3BDF4C056}"/>
                </a:ext>
              </a:extLst>
            </p:cNvPr>
            <p:cNvSpPr/>
            <p:nvPr/>
          </p:nvSpPr>
          <p:spPr>
            <a:xfrm>
              <a:off x="15800795" y="9015755"/>
              <a:ext cx="1458595" cy="485775"/>
            </a:xfrm>
            <a:custGeom>
              <a:avLst/>
              <a:gdLst/>
              <a:ahLst/>
              <a:cxnLst/>
              <a:rect l="l" t="t" r="r" b="b"/>
              <a:pathLst>
                <a:path w="1458594" h="485775">
                  <a:moveTo>
                    <a:pt x="485736" y="242862"/>
                  </a:moveTo>
                  <a:lnTo>
                    <a:pt x="424370" y="230276"/>
                  </a:lnTo>
                  <a:lnTo>
                    <a:pt x="375653" y="216382"/>
                  </a:lnTo>
                  <a:lnTo>
                    <a:pt x="337680" y="199313"/>
                  </a:lnTo>
                  <a:lnTo>
                    <a:pt x="286423" y="148043"/>
                  </a:lnTo>
                  <a:lnTo>
                    <a:pt x="269341" y="110070"/>
                  </a:lnTo>
                  <a:lnTo>
                    <a:pt x="255460" y="61353"/>
                  </a:lnTo>
                  <a:lnTo>
                    <a:pt x="242862" y="0"/>
                  </a:lnTo>
                  <a:lnTo>
                    <a:pt x="230276" y="61353"/>
                  </a:lnTo>
                  <a:lnTo>
                    <a:pt x="216382" y="110070"/>
                  </a:lnTo>
                  <a:lnTo>
                    <a:pt x="199313" y="148043"/>
                  </a:lnTo>
                  <a:lnTo>
                    <a:pt x="148043" y="199313"/>
                  </a:lnTo>
                  <a:lnTo>
                    <a:pt x="110070" y="216382"/>
                  </a:lnTo>
                  <a:lnTo>
                    <a:pt x="61353" y="230276"/>
                  </a:lnTo>
                  <a:lnTo>
                    <a:pt x="0" y="242862"/>
                  </a:lnTo>
                  <a:lnTo>
                    <a:pt x="61353" y="255460"/>
                  </a:lnTo>
                  <a:lnTo>
                    <a:pt x="110070" y="269341"/>
                  </a:lnTo>
                  <a:lnTo>
                    <a:pt x="148043" y="286423"/>
                  </a:lnTo>
                  <a:lnTo>
                    <a:pt x="199313" y="337680"/>
                  </a:lnTo>
                  <a:lnTo>
                    <a:pt x="216382" y="375653"/>
                  </a:lnTo>
                  <a:lnTo>
                    <a:pt x="230276" y="424370"/>
                  </a:lnTo>
                  <a:lnTo>
                    <a:pt x="242862" y="485736"/>
                  </a:lnTo>
                  <a:lnTo>
                    <a:pt x="255460" y="424370"/>
                  </a:lnTo>
                  <a:lnTo>
                    <a:pt x="269341" y="375653"/>
                  </a:lnTo>
                  <a:lnTo>
                    <a:pt x="286423" y="337680"/>
                  </a:lnTo>
                  <a:lnTo>
                    <a:pt x="337680" y="286423"/>
                  </a:lnTo>
                  <a:lnTo>
                    <a:pt x="375653" y="269341"/>
                  </a:lnTo>
                  <a:lnTo>
                    <a:pt x="424370" y="255460"/>
                  </a:lnTo>
                  <a:lnTo>
                    <a:pt x="485736" y="242862"/>
                  </a:lnTo>
                  <a:close/>
                </a:path>
                <a:path w="1458594" h="485775">
                  <a:moveTo>
                    <a:pt x="972108" y="242862"/>
                  </a:moveTo>
                  <a:lnTo>
                    <a:pt x="910755" y="230276"/>
                  </a:lnTo>
                  <a:lnTo>
                    <a:pt x="862037" y="216382"/>
                  </a:lnTo>
                  <a:lnTo>
                    <a:pt x="824064" y="199313"/>
                  </a:lnTo>
                  <a:lnTo>
                    <a:pt x="772795" y="148043"/>
                  </a:lnTo>
                  <a:lnTo>
                    <a:pt x="755726" y="110070"/>
                  </a:lnTo>
                  <a:lnTo>
                    <a:pt x="741832" y="61353"/>
                  </a:lnTo>
                  <a:lnTo>
                    <a:pt x="729246" y="0"/>
                  </a:lnTo>
                  <a:lnTo>
                    <a:pt x="716648" y="61353"/>
                  </a:lnTo>
                  <a:lnTo>
                    <a:pt x="702767" y="110070"/>
                  </a:lnTo>
                  <a:lnTo>
                    <a:pt x="685685" y="148043"/>
                  </a:lnTo>
                  <a:lnTo>
                    <a:pt x="634428" y="199313"/>
                  </a:lnTo>
                  <a:lnTo>
                    <a:pt x="596455" y="216382"/>
                  </a:lnTo>
                  <a:lnTo>
                    <a:pt x="547738" y="230276"/>
                  </a:lnTo>
                  <a:lnTo>
                    <a:pt x="486371" y="242862"/>
                  </a:lnTo>
                  <a:lnTo>
                    <a:pt x="547738" y="255460"/>
                  </a:lnTo>
                  <a:lnTo>
                    <a:pt x="596455" y="269341"/>
                  </a:lnTo>
                  <a:lnTo>
                    <a:pt x="634428" y="286423"/>
                  </a:lnTo>
                  <a:lnTo>
                    <a:pt x="685685" y="337680"/>
                  </a:lnTo>
                  <a:lnTo>
                    <a:pt x="702767" y="375653"/>
                  </a:lnTo>
                  <a:lnTo>
                    <a:pt x="716648" y="424370"/>
                  </a:lnTo>
                  <a:lnTo>
                    <a:pt x="729246" y="485736"/>
                  </a:lnTo>
                  <a:lnTo>
                    <a:pt x="741832" y="424370"/>
                  </a:lnTo>
                  <a:lnTo>
                    <a:pt x="755726" y="375653"/>
                  </a:lnTo>
                  <a:lnTo>
                    <a:pt x="772795" y="337680"/>
                  </a:lnTo>
                  <a:lnTo>
                    <a:pt x="824064" y="286423"/>
                  </a:lnTo>
                  <a:lnTo>
                    <a:pt x="862037" y="269341"/>
                  </a:lnTo>
                  <a:lnTo>
                    <a:pt x="910755" y="255460"/>
                  </a:lnTo>
                  <a:lnTo>
                    <a:pt x="972108" y="242862"/>
                  </a:lnTo>
                  <a:close/>
                </a:path>
                <a:path w="1458594" h="485775">
                  <a:moveTo>
                    <a:pt x="1458493" y="242862"/>
                  </a:moveTo>
                  <a:lnTo>
                    <a:pt x="1397139" y="230276"/>
                  </a:lnTo>
                  <a:lnTo>
                    <a:pt x="1348409" y="216382"/>
                  </a:lnTo>
                  <a:lnTo>
                    <a:pt x="1310436" y="199313"/>
                  </a:lnTo>
                  <a:lnTo>
                    <a:pt x="1259179" y="148043"/>
                  </a:lnTo>
                  <a:lnTo>
                    <a:pt x="1242098" y="110070"/>
                  </a:lnTo>
                  <a:lnTo>
                    <a:pt x="1228217" y="61353"/>
                  </a:lnTo>
                  <a:lnTo>
                    <a:pt x="1215618" y="0"/>
                  </a:lnTo>
                  <a:lnTo>
                    <a:pt x="1203032" y="61353"/>
                  </a:lnTo>
                  <a:lnTo>
                    <a:pt x="1189139" y="110070"/>
                  </a:lnTo>
                  <a:lnTo>
                    <a:pt x="1172070" y="148043"/>
                  </a:lnTo>
                  <a:lnTo>
                    <a:pt x="1120800" y="199313"/>
                  </a:lnTo>
                  <a:lnTo>
                    <a:pt x="1082827" y="216382"/>
                  </a:lnTo>
                  <a:lnTo>
                    <a:pt x="1034110" y="230276"/>
                  </a:lnTo>
                  <a:lnTo>
                    <a:pt x="972756" y="242862"/>
                  </a:lnTo>
                  <a:lnTo>
                    <a:pt x="1034110" y="255460"/>
                  </a:lnTo>
                  <a:lnTo>
                    <a:pt x="1082827" y="269341"/>
                  </a:lnTo>
                  <a:lnTo>
                    <a:pt x="1120800" y="286423"/>
                  </a:lnTo>
                  <a:lnTo>
                    <a:pt x="1172070" y="337680"/>
                  </a:lnTo>
                  <a:lnTo>
                    <a:pt x="1189139" y="375653"/>
                  </a:lnTo>
                  <a:lnTo>
                    <a:pt x="1203032" y="424370"/>
                  </a:lnTo>
                  <a:lnTo>
                    <a:pt x="1215618" y="485736"/>
                  </a:lnTo>
                  <a:lnTo>
                    <a:pt x="1228217" y="424370"/>
                  </a:lnTo>
                  <a:lnTo>
                    <a:pt x="1242098" y="375653"/>
                  </a:lnTo>
                  <a:lnTo>
                    <a:pt x="1259179" y="337680"/>
                  </a:lnTo>
                  <a:lnTo>
                    <a:pt x="1310436" y="286423"/>
                  </a:lnTo>
                  <a:lnTo>
                    <a:pt x="1348409" y="269341"/>
                  </a:lnTo>
                  <a:lnTo>
                    <a:pt x="1397139" y="255460"/>
                  </a:lnTo>
                  <a:lnTo>
                    <a:pt x="1458493" y="242862"/>
                  </a:lnTo>
                  <a:close/>
                </a:path>
              </a:pathLst>
            </a:custGeom>
            <a:solidFill>
              <a:srgbClr val="3B64C8">
                <a:alpha val="60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6" r:id="rId5"/>
    <p:sldLayoutId id="2147483653" r:id="rId6"/>
    <p:sldLayoutId id="2147483654" r:id="rId7"/>
    <p:sldLayoutId id="2147483655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image" Target="../media/image10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6632" y="197690"/>
            <a:ext cx="5228186" cy="12918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9515" y="7793876"/>
            <a:ext cx="4992528" cy="249312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4229067" y="393019"/>
            <a:ext cx="4059554" cy="7901305"/>
            <a:chOff x="14229067" y="393019"/>
            <a:chExt cx="4059554" cy="790130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29067" y="684173"/>
              <a:ext cx="4058931" cy="760963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7249775" y="393019"/>
              <a:ext cx="26034" cy="3721100"/>
            </a:xfrm>
            <a:custGeom>
              <a:avLst/>
              <a:gdLst/>
              <a:ahLst/>
              <a:cxnLst/>
              <a:rect l="l" t="t" r="r" b="b"/>
              <a:pathLst>
                <a:path w="26034" h="3721100">
                  <a:moveTo>
                    <a:pt x="25431" y="3720522"/>
                  </a:moveTo>
                  <a:lnTo>
                    <a:pt x="0" y="3720522"/>
                  </a:lnTo>
                  <a:lnTo>
                    <a:pt x="0" y="0"/>
                  </a:lnTo>
                  <a:lnTo>
                    <a:pt x="25431" y="0"/>
                  </a:lnTo>
                  <a:lnTo>
                    <a:pt x="25431" y="3720522"/>
                  </a:lnTo>
                  <a:close/>
                </a:path>
              </a:pathLst>
            </a:custGeom>
            <a:solidFill>
              <a:srgbClr val="AEAEAF">
                <a:alpha val="803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016110" y="600453"/>
              <a:ext cx="485775" cy="485775"/>
            </a:xfrm>
            <a:custGeom>
              <a:avLst/>
              <a:gdLst/>
              <a:ahLst/>
              <a:cxnLst/>
              <a:rect l="l" t="t" r="r" b="b"/>
              <a:pathLst>
                <a:path w="485775" h="485775">
                  <a:moveTo>
                    <a:pt x="242868" y="485735"/>
                  </a:moveTo>
                  <a:lnTo>
                    <a:pt x="230276" y="424377"/>
                  </a:lnTo>
                  <a:lnTo>
                    <a:pt x="216388" y="375658"/>
                  </a:lnTo>
                  <a:lnTo>
                    <a:pt x="199315" y="337685"/>
                  </a:lnTo>
                  <a:lnTo>
                    <a:pt x="148050" y="286421"/>
                  </a:lnTo>
                  <a:lnTo>
                    <a:pt x="110077" y="269347"/>
                  </a:lnTo>
                  <a:lnTo>
                    <a:pt x="61357" y="255460"/>
                  </a:lnTo>
                  <a:lnTo>
                    <a:pt x="0" y="242867"/>
                  </a:lnTo>
                  <a:lnTo>
                    <a:pt x="61357" y="230275"/>
                  </a:lnTo>
                  <a:lnTo>
                    <a:pt x="110077" y="216388"/>
                  </a:lnTo>
                  <a:lnTo>
                    <a:pt x="148050" y="199315"/>
                  </a:lnTo>
                  <a:lnTo>
                    <a:pt x="199315" y="148050"/>
                  </a:lnTo>
                  <a:lnTo>
                    <a:pt x="216388" y="110077"/>
                  </a:lnTo>
                  <a:lnTo>
                    <a:pt x="230275" y="61357"/>
                  </a:lnTo>
                  <a:lnTo>
                    <a:pt x="242867" y="0"/>
                  </a:lnTo>
                  <a:lnTo>
                    <a:pt x="255460" y="61357"/>
                  </a:lnTo>
                  <a:lnTo>
                    <a:pt x="269347" y="110077"/>
                  </a:lnTo>
                  <a:lnTo>
                    <a:pt x="286421" y="148050"/>
                  </a:lnTo>
                  <a:lnTo>
                    <a:pt x="337686" y="199315"/>
                  </a:lnTo>
                  <a:lnTo>
                    <a:pt x="375658" y="216388"/>
                  </a:lnTo>
                  <a:lnTo>
                    <a:pt x="424378" y="230275"/>
                  </a:lnTo>
                  <a:lnTo>
                    <a:pt x="485736" y="242867"/>
                  </a:lnTo>
                  <a:lnTo>
                    <a:pt x="424378" y="255460"/>
                  </a:lnTo>
                  <a:lnTo>
                    <a:pt x="375658" y="269347"/>
                  </a:lnTo>
                  <a:lnTo>
                    <a:pt x="337686" y="286421"/>
                  </a:lnTo>
                  <a:lnTo>
                    <a:pt x="286421" y="337685"/>
                  </a:lnTo>
                  <a:lnTo>
                    <a:pt x="269348" y="375658"/>
                  </a:lnTo>
                  <a:lnTo>
                    <a:pt x="255460" y="424377"/>
                  </a:lnTo>
                  <a:lnTo>
                    <a:pt x="242868" y="485735"/>
                  </a:lnTo>
                  <a:close/>
                </a:path>
              </a:pathLst>
            </a:custGeom>
            <a:solidFill>
              <a:srgbClr val="3B64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19195" y="3397390"/>
            <a:ext cx="485775" cy="3721100"/>
            <a:chOff x="919195" y="3397390"/>
            <a:chExt cx="485775" cy="3721100"/>
          </a:xfrm>
        </p:grpSpPr>
        <p:sp>
          <p:nvSpPr>
            <p:cNvPr id="10" name="object 10"/>
            <p:cNvSpPr/>
            <p:nvPr/>
          </p:nvSpPr>
          <p:spPr>
            <a:xfrm>
              <a:off x="1152225" y="3397390"/>
              <a:ext cx="19050" cy="3721100"/>
            </a:xfrm>
            <a:custGeom>
              <a:avLst/>
              <a:gdLst/>
              <a:ahLst/>
              <a:cxnLst/>
              <a:rect l="l" t="t" r="r" b="b"/>
              <a:pathLst>
                <a:path w="19050" h="3721100">
                  <a:moveTo>
                    <a:pt x="19050" y="3720554"/>
                  </a:moveTo>
                  <a:lnTo>
                    <a:pt x="0" y="3720554"/>
                  </a:lnTo>
                  <a:lnTo>
                    <a:pt x="0" y="0"/>
                  </a:lnTo>
                  <a:lnTo>
                    <a:pt x="19050" y="0"/>
                  </a:lnTo>
                  <a:lnTo>
                    <a:pt x="19050" y="3720554"/>
                  </a:lnTo>
                  <a:close/>
                </a:path>
              </a:pathLst>
            </a:custGeom>
            <a:solidFill>
              <a:srgbClr val="AEAEAF">
                <a:alpha val="803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9195" y="3722590"/>
              <a:ext cx="485775" cy="485775"/>
            </a:xfrm>
            <a:custGeom>
              <a:avLst/>
              <a:gdLst/>
              <a:ahLst/>
              <a:cxnLst/>
              <a:rect l="l" t="t" r="r" b="b"/>
              <a:pathLst>
                <a:path w="485775" h="485775">
                  <a:moveTo>
                    <a:pt x="242867" y="0"/>
                  </a:moveTo>
                  <a:lnTo>
                    <a:pt x="255460" y="61357"/>
                  </a:lnTo>
                  <a:lnTo>
                    <a:pt x="269347" y="110077"/>
                  </a:lnTo>
                  <a:lnTo>
                    <a:pt x="286421" y="148049"/>
                  </a:lnTo>
                  <a:lnTo>
                    <a:pt x="337686" y="199314"/>
                  </a:lnTo>
                  <a:lnTo>
                    <a:pt x="375658" y="216387"/>
                  </a:lnTo>
                  <a:lnTo>
                    <a:pt x="424378" y="230275"/>
                  </a:lnTo>
                  <a:lnTo>
                    <a:pt x="485736" y="242867"/>
                  </a:lnTo>
                  <a:lnTo>
                    <a:pt x="424378" y="255459"/>
                  </a:lnTo>
                  <a:lnTo>
                    <a:pt x="375658" y="269347"/>
                  </a:lnTo>
                  <a:lnTo>
                    <a:pt x="337686" y="286420"/>
                  </a:lnTo>
                  <a:lnTo>
                    <a:pt x="286421" y="337685"/>
                  </a:lnTo>
                  <a:lnTo>
                    <a:pt x="269348" y="375657"/>
                  </a:lnTo>
                  <a:lnTo>
                    <a:pt x="255460" y="424377"/>
                  </a:lnTo>
                  <a:lnTo>
                    <a:pt x="242868" y="485735"/>
                  </a:lnTo>
                  <a:lnTo>
                    <a:pt x="230276" y="424377"/>
                  </a:lnTo>
                  <a:lnTo>
                    <a:pt x="216388" y="375657"/>
                  </a:lnTo>
                  <a:lnTo>
                    <a:pt x="199315" y="337685"/>
                  </a:lnTo>
                  <a:lnTo>
                    <a:pt x="148050" y="286420"/>
                  </a:lnTo>
                  <a:lnTo>
                    <a:pt x="110077" y="269347"/>
                  </a:lnTo>
                  <a:lnTo>
                    <a:pt x="61357" y="255459"/>
                  </a:lnTo>
                  <a:lnTo>
                    <a:pt x="0" y="242867"/>
                  </a:lnTo>
                  <a:lnTo>
                    <a:pt x="61357" y="230275"/>
                  </a:lnTo>
                  <a:lnTo>
                    <a:pt x="110077" y="216387"/>
                  </a:lnTo>
                  <a:lnTo>
                    <a:pt x="148050" y="199314"/>
                  </a:lnTo>
                  <a:lnTo>
                    <a:pt x="199315" y="148049"/>
                  </a:lnTo>
                  <a:lnTo>
                    <a:pt x="216388" y="110077"/>
                  </a:lnTo>
                  <a:lnTo>
                    <a:pt x="230275" y="61357"/>
                  </a:lnTo>
                  <a:lnTo>
                    <a:pt x="242867" y="0"/>
                  </a:lnTo>
                  <a:close/>
                </a:path>
              </a:pathLst>
            </a:custGeom>
            <a:solidFill>
              <a:srgbClr val="3B64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722134" y="8983471"/>
            <a:ext cx="2693035" cy="857885"/>
          </a:xfrm>
          <a:custGeom>
            <a:avLst/>
            <a:gdLst/>
            <a:ahLst/>
            <a:cxnLst/>
            <a:rect l="l" t="t" r="r" b="b"/>
            <a:pathLst>
              <a:path w="2693035" h="857884">
                <a:moveTo>
                  <a:pt x="2692603" y="417703"/>
                </a:moveTo>
                <a:lnTo>
                  <a:pt x="439610" y="417703"/>
                </a:lnTo>
                <a:lnTo>
                  <a:pt x="439610" y="0"/>
                </a:lnTo>
                <a:lnTo>
                  <a:pt x="420560" y="0"/>
                </a:lnTo>
                <a:lnTo>
                  <a:pt x="420560" y="417703"/>
                </a:lnTo>
                <a:lnTo>
                  <a:pt x="0" y="417703"/>
                </a:lnTo>
                <a:lnTo>
                  <a:pt x="0" y="436753"/>
                </a:lnTo>
                <a:lnTo>
                  <a:pt x="420560" y="436753"/>
                </a:lnTo>
                <a:lnTo>
                  <a:pt x="420560" y="857326"/>
                </a:lnTo>
                <a:lnTo>
                  <a:pt x="439610" y="857326"/>
                </a:lnTo>
                <a:lnTo>
                  <a:pt x="439610" y="436753"/>
                </a:lnTo>
                <a:lnTo>
                  <a:pt x="2692603" y="436753"/>
                </a:lnTo>
                <a:lnTo>
                  <a:pt x="2692603" y="417703"/>
                </a:lnTo>
                <a:close/>
              </a:path>
            </a:pathLst>
          </a:custGeom>
          <a:solidFill>
            <a:srgbClr val="AEAEAF">
              <a:alpha val="8038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497554" y="7557654"/>
            <a:ext cx="1267460" cy="2283460"/>
          </a:xfrm>
          <a:custGeom>
            <a:avLst/>
            <a:gdLst/>
            <a:ahLst/>
            <a:cxnLst/>
            <a:rect l="l" t="t" r="r" b="b"/>
            <a:pathLst>
              <a:path w="1267459" h="2283459">
                <a:moveTo>
                  <a:pt x="1267117" y="1843519"/>
                </a:moveTo>
                <a:lnTo>
                  <a:pt x="799820" y="1843519"/>
                </a:lnTo>
                <a:lnTo>
                  <a:pt x="799820" y="0"/>
                </a:lnTo>
                <a:lnTo>
                  <a:pt x="780770" y="0"/>
                </a:lnTo>
                <a:lnTo>
                  <a:pt x="780770" y="1843519"/>
                </a:lnTo>
                <a:lnTo>
                  <a:pt x="0" y="1843519"/>
                </a:lnTo>
                <a:lnTo>
                  <a:pt x="0" y="1862569"/>
                </a:lnTo>
                <a:lnTo>
                  <a:pt x="780770" y="1862569"/>
                </a:lnTo>
                <a:lnTo>
                  <a:pt x="780770" y="2283180"/>
                </a:lnTo>
                <a:lnTo>
                  <a:pt x="799820" y="2283180"/>
                </a:lnTo>
                <a:lnTo>
                  <a:pt x="799820" y="1862569"/>
                </a:lnTo>
                <a:lnTo>
                  <a:pt x="1267117" y="1862569"/>
                </a:lnTo>
                <a:lnTo>
                  <a:pt x="1267117" y="1843519"/>
                </a:lnTo>
                <a:close/>
              </a:path>
            </a:pathLst>
          </a:custGeom>
          <a:solidFill>
            <a:srgbClr val="AEAEAF">
              <a:alpha val="8038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36924" y="370408"/>
            <a:ext cx="2447517" cy="94647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4885" y="343619"/>
            <a:ext cx="977054" cy="118691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 idx="4294967295"/>
          </p:nvPr>
        </p:nvSpPr>
        <p:spPr>
          <a:xfrm>
            <a:off x="2400935" y="2933700"/>
            <a:ext cx="13619480" cy="10382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650" spc="-260" dirty="0">
                <a:solidFill>
                  <a:srgbClr val="3B64C8"/>
                </a:solidFill>
              </a:rPr>
              <a:t>“ </a:t>
            </a:r>
            <a:r>
              <a:rPr sz="6650" spc="1330" dirty="0">
                <a:solidFill>
                  <a:srgbClr val="3B64C8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⼀⽣⼀芯</a:t>
            </a:r>
            <a:r>
              <a:rPr sz="6650" spc="-260" dirty="0">
                <a:solidFill>
                  <a:srgbClr val="3B64C8"/>
                </a:solidFill>
              </a:rPr>
              <a:t>” </a:t>
            </a:r>
            <a:r>
              <a:rPr lang="zh-CN" sz="6650" spc="-260" dirty="0">
                <a:solidFill>
                  <a:srgbClr val="3B64C8"/>
                </a:solidFill>
              </a:rPr>
              <a:t>工</a:t>
            </a:r>
            <a:r>
              <a:rPr lang="en-US" altLang="zh-CN" sz="6650" spc="-260" dirty="0">
                <a:solidFill>
                  <a:srgbClr val="3B64C8"/>
                </a:solidFill>
              </a:rPr>
              <a:t> </a:t>
            </a:r>
            <a:r>
              <a:rPr sz="6650" spc="1100" dirty="0">
                <a:solidFill>
                  <a:srgbClr val="3B64C8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作室</a:t>
            </a:r>
            <a:r>
              <a:rPr lang="zh-CN" sz="6650" spc="1100" dirty="0">
                <a:solidFill>
                  <a:srgbClr val="3B64C8"/>
                </a:solidFill>
                <a:latin typeface="Microsoft JhengHei" panose="020B0604030504040204" charset="-120"/>
                <a:cs typeface="Microsoft JhengHei" panose="020B0604030504040204" charset="-120"/>
              </a:rPr>
              <a:t>技术分享会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040120" y="4454525"/>
            <a:ext cx="6341110" cy="5143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530860" algn="l"/>
                <a:tab pos="1049020" algn="l"/>
                <a:tab pos="1567180" algn="l"/>
                <a:tab pos="2085975" algn="l"/>
                <a:tab pos="2371090" algn="l"/>
                <a:tab pos="3274695" algn="l"/>
                <a:tab pos="3832860" algn="l"/>
                <a:tab pos="4117975" algn="l"/>
                <a:tab pos="4636135" algn="l"/>
                <a:tab pos="4921250" algn="l"/>
                <a:tab pos="5264150" algn="l"/>
                <a:tab pos="5779770" algn="l"/>
                <a:tab pos="6297930" algn="l"/>
                <a:tab pos="6824980" algn="l"/>
                <a:tab pos="7343140" algn="l"/>
                <a:tab pos="7861300" algn="l"/>
                <a:tab pos="8389620" algn="l"/>
                <a:tab pos="8947785" algn="l"/>
                <a:tab pos="9505950" algn="l"/>
              </a:tabLst>
            </a:pPr>
            <a:r>
              <a:rPr sz="325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s</a:t>
            </a:r>
            <a:r>
              <a:rPr sz="3250" spc="36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 </a:t>
            </a:r>
            <a:r>
              <a:rPr sz="325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h</a:t>
            </a:r>
            <a:r>
              <a:rPr sz="3250" spc="355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 </a:t>
            </a:r>
            <a:r>
              <a:rPr sz="325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a</a:t>
            </a:r>
            <a:r>
              <a:rPr sz="3250" spc="36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 </a:t>
            </a:r>
            <a:r>
              <a:rPr sz="325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r</a:t>
            </a:r>
            <a:r>
              <a:rPr sz="3250" spc="355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 </a:t>
            </a:r>
            <a:r>
              <a:rPr sz="325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i</a:t>
            </a:r>
            <a:r>
              <a:rPr sz="3250" spc="36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 </a:t>
            </a:r>
            <a:r>
              <a:rPr sz="325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n</a:t>
            </a:r>
            <a:r>
              <a:rPr sz="3250" spc="36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 </a:t>
            </a:r>
            <a:r>
              <a:rPr sz="3250" spc="-5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g</a:t>
            </a:r>
            <a:r>
              <a:rPr sz="325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	s</a:t>
            </a:r>
            <a:r>
              <a:rPr sz="3250" spc="36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 </a:t>
            </a:r>
            <a:r>
              <a:rPr sz="325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e</a:t>
            </a:r>
            <a:r>
              <a:rPr sz="3250" spc="355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 </a:t>
            </a:r>
            <a:r>
              <a:rPr sz="325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s</a:t>
            </a:r>
            <a:r>
              <a:rPr sz="3250" spc="36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 </a:t>
            </a:r>
            <a:r>
              <a:rPr sz="325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s</a:t>
            </a:r>
            <a:r>
              <a:rPr sz="3250" spc="36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 </a:t>
            </a:r>
            <a:r>
              <a:rPr sz="325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i</a:t>
            </a:r>
            <a:r>
              <a:rPr sz="3250" spc="36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 </a:t>
            </a:r>
            <a:r>
              <a:rPr sz="325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o</a:t>
            </a:r>
            <a:r>
              <a:rPr sz="3250" spc="355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 </a:t>
            </a:r>
            <a:r>
              <a:rPr sz="325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n</a:t>
            </a:r>
            <a:r>
              <a:rPr sz="3250" spc="36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 </a:t>
            </a:r>
            <a:r>
              <a:rPr sz="3250" spc="-50" dirty="0">
                <a:solidFill>
                  <a:srgbClr val="3A63C8"/>
                </a:solidFill>
                <a:latin typeface="Segoe Print" panose="02000600000000000000"/>
                <a:cs typeface="Segoe Print" panose="02000600000000000000"/>
                <a:sym typeface="+mn-ea"/>
              </a:rPr>
              <a:t>s</a:t>
            </a:r>
            <a:endParaRPr sz="32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15327" y="6325294"/>
            <a:ext cx="11038205" cy="19716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963795">
              <a:lnSpc>
                <a:spcPct val="100000"/>
              </a:lnSpc>
              <a:spcBef>
                <a:spcPts val="110"/>
              </a:spcBef>
            </a:pPr>
            <a:r>
              <a:rPr sz="3400" spc="-15" dirty="0">
                <a:solidFill>
                  <a:srgbClr val="3B64C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——深技大“一生一芯”工作室</a:t>
            </a:r>
            <a:endParaRPr sz="3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3030"/>
              </a:spcBef>
            </a:pPr>
            <a:endParaRPr sz="3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endParaRPr sz="3400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76561" y="370408"/>
            <a:ext cx="2945587" cy="8970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0" y="0"/>
            <a:ext cx="3051077" cy="357672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090261" y="2334474"/>
            <a:ext cx="3238500" cy="210185"/>
          </a:xfrm>
          <a:custGeom>
            <a:avLst/>
            <a:gdLst/>
            <a:ahLst/>
            <a:cxnLst/>
            <a:rect l="l" t="t" r="r" b="b"/>
            <a:pathLst>
              <a:path w="3238500" h="210185">
                <a:moveTo>
                  <a:pt x="3238499" y="209865"/>
                </a:moveTo>
                <a:lnTo>
                  <a:pt x="0" y="209865"/>
                </a:lnTo>
                <a:lnTo>
                  <a:pt x="0" y="0"/>
                </a:lnTo>
                <a:lnTo>
                  <a:pt x="3238499" y="0"/>
                </a:lnTo>
                <a:lnTo>
                  <a:pt x="3238499" y="209865"/>
                </a:lnTo>
                <a:close/>
              </a:path>
            </a:pathLst>
          </a:custGeom>
          <a:solidFill>
            <a:srgbClr val="3B64C8">
              <a:alpha val="48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 idx="4294967295"/>
          </p:nvPr>
        </p:nvSpPr>
        <p:spPr>
          <a:xfrm>
            <a:off x="1447800" y="775970"/>
            <a:ext cx="8602980" cy="15436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300" b="0" spc="1672" baseline="11000" dirty="0">
                <a:solidFill>
                  <a:srgbClr val="3B64C8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⽬录</a:t>
            </a:r>
            <a:r>
              <a:rPr sz="3900" b="0" spc="470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  <a:sym typeface="+mn-ea"/>
              </a:rPr>
              <a:t>CONTENTS</a:t>
            </a:r>
            <a:endParaRPr sz="3900" dirty="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6" name="object 6"/>
          <p:cNvSpPr/>
          <p:nvPr>
            <p:custDataLst>
              <p:tags r:id="rId1"/>
            </p:custDataLst>
          </p:nvPr>
        </p:nvSpPr>
        <p:spPr>
          <a:xfrm>
            <a:off x="1529090" y="4176019"/>
            <a:ext cx="2289810" cy="14604"/>
          </a:xfrm>
          <a:custGeom>
            <a:avLst/>
            <a:gdLst/>
            <a:ahLst/>
            <a:cxnLst/>
            <a:rect l="l" t="t" r="r" b="b"/>
            <a:pathLst>
              <a:path w="2289810" h="14604">
                <a:moveTo>
                  <a:pt x="2289493" y="14097"/>
                </a:moveTo>
                <a:lnTo>
                  <a:pt x="0" y="14097"/>
                </a:lnTo>
                <a:lnTo>
                  <a:pt x="0" y="0"/>
                </a:lnTo>
                <a:lnTo>
                  <a:pt x="2289493" y="0"/>
                </a:lnTo>
                <a:lnTo>
                  <a:pt x="2289493" y="14097"/>
                </a:lnTo>
                <a:close/>
              </a:path>
            </a:pathLst>
          </a:custGeom>
          <a:solidFill>
            <a:srgbClr val="9DB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>
            <p:custDataLst>
              <p:tags r:id="rId2"/>
            </p:custDataLst>
          </p:nvPr>
        </p:nvSpPr>
        <p:spPr>
          <a:xfrm>
            <a:off x="1516390" y="3865492"/>
            <a:ext cx="1374775" cy="1402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780"/>
              </a:lnSpc>
              <a:spcBef>
                <a:spcPts val="105"/>
              </a:spcBef>
            </a:pPr>
            <a:r>
              <a:rPr sz="1800" spc="270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PART</a:t>
            </a:r>
            <a:r>
              <a:rPr sz="1800" spc="80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800" spc="175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ONE</a:t>
            </a:r>
            <a:endParaRPr sz="180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ts val="9040"/>
              </a:lnSpc>
            </a:pPr>
            <a:r>
              <a:rPr sz="7850" spc="-50" dirty="0">
                <a:solidFill>
                  <a:srgbClr val="3B64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sz="78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/>
          <p:nvPr>
            <p:custDataLst>
              <p:tags r:id="rId3"/>
            </p:custDataLst>
          </p:nvPr>
        </p:nvSpPr>
        <p:spPr>
          <a:xfrm>
            <a:off x="1516390" y="5493986"/>
            <a:ext cx="2289810" cy="14604"/>
          </a:xfrm>
          <a:custGeom>
            <a:avLst/>
            <a:gdLst/>
            <a:ahLst/>
            <a:cxnLst/>
            <a:rect l="l" t="t" r="r" b="b"/>
            <a:pathLst>
              <a:path w="2289810" h="14604">
                <a:moveTo>
                  <a:pt x="2289493" y="14097"/>
                </a:moveTo>
                <a:lnTo>
                  <a:pt x="0" y="14097"/>
                </a:lnTo>
                <a:lnTo>
                  <a:pt x="0" y="0"/>
                </a:lnTo>
                <a:lnTo>
                  <a:pt x="2289493" y="0"/>
                </a:lnTo>
                <a:lnTo>
                  <a:pt x="2289493" y="14097"/>
                </a:lnTo>
                <a:close/>
              </a:path>
            </a:pathLst>
          </a:custGeom>
          <a:solidFill>
            <a:srgbClr val="9DB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>
            <p:custDataLst>
              <p:tags r:id="rId4"/>
            </p:custDataLst>
          </p:nvPr>
        </p:nvSpPr>
        <p:spPr>
          <a:xfrm>
            <a:off x="1447800" y="5551253"/>
            <a:ext cx="2828091" cy="1386205"/>
          </a:xfrm>
          <a:prstGeom prst="rect">
            <a:avLst/>
          </a:prstGeom>
        </p:spPr>
        <p:txBody>
          <a:bodyPr vert="horz" wrap="square" lIns="0" tIns="16510" rIns="0" bIns="0" rtlCol="0">
            <a:noAutofit/>
          </a:bodyPr>
          <a:lstStyle/>
          <a:p>
            <a:pPr marL="12700">
              <a:spcBef>
                <a:spcPts val="130"/>
              </a:spcBef>
            </a:pPr>
            <a:r>
              <a:rPr lang="zh-CN" altLang="en-US" sz="2800" spc="120" dirty="0">
                <a:solidFill>
                  <a:srgbClr val="3B64C8"/>
                </a:solidFill>
                <a:latin typeface="Microsoft JhengHei" panose="020B0604030504040204" charset="-120"/>
                <a:ea typeface="宋体" panose="02010600030101010101" pitchFamily="2" charset="-122"/>
              </a:rPr>
              <a:t>为什么要学科学调试方法</a:t>
            </a:r>
            <a:endParaRPr kumimoji="0" lang="zh-CN" altLang="en-US" sz="2800" b="0" i="0" u="none" strike="noStrike" kern="0" cap="none" spc="120" normalizeH="0" baseline="0" noProof="1">
              <a:solidFill>
                <a:srgbClr val="3B64C8"/>
              </a:solidFill>
              <a:latin typeface="Microsoft JhengHei" panose="020B0604030504040204" charset="-120"/>
              <a:ea typeface="宋体" panose="02010600030101010101" pitchFamily="2" charset="-122"/>
              <a:cs typeface="Microsoft JhengHei" panose="020B0604030504040204" charset="-12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016111" y="389876"/>
            <a:ext cx="485775" cy="2272030"/>
            <a:chOff x="17016111" y="389876"/>
            <a:chExt cx="485775" cy="2272030"/>
          </a:xfrm>
        </p:grpSpPr>
        <p:sp>
          <p:nvSpPr>
            <p:cNvPr id="12" name="object 12"/>
            <p:cNvSpPr/>
            <p:nvPr/>
          </p:nvSpPr>
          <p:spPr>
            <a:xfrm>
              <a:off x="17249774" y="389876"/>
              <a:ext cx="19050" cy="2272030"/>
            </a:xfrm>
            <a:custGeom>
              <a:avLst/>
              <a:gdLst/>
              <a:ahLst/>
              <a:cxnLst/>
              <a:rect l="l" t="t" r="r" b="b"/>
              <a:pathLst>
                <a:path w="19050" h="2272030">
                  <a:moveTo>
                    <a:pt x="19050" y="2271489"/>
                  </a:moveTo>
                  <a:lnTo>
                    <a:pt x="0" y="2271489"/>
                  </a:lnTo>
                  <a:lnTo>
                    <a:pt x="0" y="0"/>
                  </a:lnTo>
                  <a:lnTo>
                    <a:pt x="19050" y="0"/>
                  </a:lnTo>
                  <a:lnTo>
                    <a:pt x="19050" y="2271489"/>
                  </a:lnTo>
                  <a:close/>
                </a:path>
              </a:pathLst>
            </a:custGeom>
            <a:solidFill>
              <a:srgbClr val="AEAEAF">
                <a:alpha val="803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016111" y="600452"/>
              <a:ext cx="485775" cy="485775"/>
            </a:xfrm>
            <a:custGeom>
              <a:avLst/>
              <a:gdLst/>
              <a:ahLst/>
              <a:cxnLst/>
              <a:rect l="l" t="t" r="r" b="b"/>
              <a:pathLst>
                <a:path w="485775" h="485775">
                  <a:moveTo>
                    <a:pt x="242868" y="485735"/>
                  </a:moveTo>
                  <a:lnTo>
                    <a:pt x="230276" y="424377"/>
                  </a:lnTo>
                  <a:lnTo>
                    <a:pt x="216388" y="375658"/>
                  </a:lnTo>
                  <a:lnTo>
                    <a:pt x="199315" y="337685"/>
                  </a:lnTo>
                  <a:lnTo>
                    <a:pt x="148050" y="286421"/>
                  </a:lnTo>
                  <a:lnTo>
                    <a:pt x="110077" y="269347"/>
                  </a:lnTo>
                  <a:lnTo>
                    <a:pt x="61357" y="255460"/>
                  </a:lnTo>
                  <a:lnTo>
                    <a:pt x="0" y="242867"/>
                  </a:lnTo>
                  <a:lnTo>
                    <a:pt x="61357" y="230275"/>
                  </a:lnTo>
                  <a:lnTo>
                    <a:pt x="110077" y="216388"/>
                  </a:lnTo>
                  <a:lnTo>
                    <a:pt x="148050" y="199315"/>
                  </a:lnTo>
                  <a:lnTo>
                    <a:pt x="199315" y="148050"/>
                  </a:lnTo>
                  <a:lnTo>
                    <a:pt x="216388" y="110077"/>
                  </a:lnTo>
                  <a:lnTo>
                    <a:pt x="230275" y="61357"/>
                  </a:lnTo>
                  <a:lnTo>
                    <a:pt x="242867" y="0"/>
                  </a:lnTo>
                  <a:lnTo>
                    <a:pt x="255460" y="61357"/>
                  </a:lnTo>
                  <a:lnTo>
                    <a:pt x="269347" y="110077"/>
                  </a:lnTo>
                  <a:lnTo>
                    <a:pt x="286421" y="148050"/>
                  </a:lnTo>
                  <a:lnTo>
                    <a:pt x="337686" y="199315"/>
                  </a:lnTo>
                  <a:lnTo>
                    <a:pt x="375658" y="216388"/>
                  </a:lnTo>
                  <a:lnTo>
                    <a:pt x="424378" y="230275"/>
                  </a:lnTo>
                  <a:lnTo>
                    <a:pt x="485736" y="242867"/>
                  </a:lnTo>
                  <a:lnTo>
                    <a:pt x="424378" y="255460"/>
                  </a:lnTo>
                  <a:lnTo>
                    <a:pt x="375658" y="269347"/>
                  </a:lnTo>
                  <a:lnTo>
                    <a:pt x="337686" y="286421"/>
                  </a:lnTo>
                  <a:lnTo>
                    <a:pt x="286421" y="337685"/>
                  </a:lnTo>
                  <a:lnTo>
                    <a:pt x="269348" y="375658"/>
                  </a:lnTo>
                  <a:lnTo>
                    <a:pt x="255460" y="424377"/>
                  </a:lnTo>
                  <a:lnTo>
                    <a:pt x="242868" y="485735"/>
                  </a:lnTo>
                  <a:close/>
                </a:path>
              </a:pathLst>
            </a:custGeom>
            <a:solidFill>
              <a:srgbClr val="3B64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>
            <p:custDataLst>
              <p:tags r:id="rId5"/>
            </p:custDataLst>
          </p:nvPr>
        </p:nvSpPr>
        <p:spPr>
          <a:xfrm>
            <a:off x="5714789" y="4202514"/>
            <a:ext cx="2289810" cy="14604"/>
          </a:xfrm>
          <a:custGeom>
            <a:avLst/>
            <a:gdLst/>
            <a:ahLst/>
            <a:cxnLst/>
            <a:rect l="l" t="t" r="r" b="b"/>
            <a:pathLst>
              <a:path w="2289809" h="14604">
                <a:moveTo>
                  <a:pt x="2289493" y="14097"/>
                </a:moveTo>
                <a:lnTo>
                  <a:pt x="0" y="14097"/>
                </a:lnTo>
                <a:lnTo>
                  <a:pt x="0" y="0"/>
                </a:lnTo>
                <a:lnTo>
                  <a:pt x="2289493" y="0"/>
                </a:lnTo>
                <a:lnTo>
                  <a:pt x="2289493" y="14097"/>
                </a:lnTo>
                <a:close/>
              </a:path>
            </a:pathLst>
          </a:custGeom>
          <a:solidFill>
            <a:srgbClr val="9DB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>
            <p:custDataLst>
              <p:tags r:id="rId6"/>
            </p:custDataLst>
          </p:nvPr>
        </p:nvSpPr>
        <p:spPr>
          <a:xfrm>
            <a:off x="5714789" y="3865316"/>
            <a:ext cx="1476375" cy="1386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780"/>
              </a:lnSpc>
              <a:spcBef>
                <a:spcPts val="105"/>
              </a:spcBef>
            </a:pPr>
            <a:r>
              <a:rPr sz="1800" spc="270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PART</a:t>
            </a:r>
            <a:r>
              <a:rPr sz="1800" spc="80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800" spc="320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TWO</a:t>
            </a:r>
            <a:endParaRPr sz="180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ts val="8920"/>
              </a:lnSpc>
            </a:pPr>
            <a:r>
              <a:rPr sz="7750" spc="-50" dirty="0">
                <a:solidFill>
                  <a:srgbClr val="3B64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7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bject 21"/>
          <p:cNvSpPr/>
          <p:nvPr>
            <p:custDataLst>
              <p:tags r:id="rId7"/>
            </p:custDataLst>
          </p:nvPr>
        </p:nvSpPr>
        <p:spPr>
          <a:xfrm>
            <a:off x="5714789" y="5472855"/>
            <a:ext cx="2289810" cy="14604"/>
          </a:xfrm>
          <a:custGeom>
            <a:avLst/>
            <a:gdLst/>
            <a:ahLst/>
            <a:cxnLst/>
            <a:rect l="l" t="t" r="r" b="b"/>
            <a:pathLst>
              <a:path w="2289809" h="14604">
                <a:moveTo>
                  <a:pt x="2289493" y="14097"/>
                </a:moveTo>
                <a:lnTo>
                  <a:pt x="0" y="14097"/>
                </a:lnTo>
                <a:lnTo>
                  <a:pt x="0" y="0"/>
                </a:lnTo>
                <a:lnTo>
                  <a:pt x="2289493" y="0"/>
                </a:lnTo>
                <a:lnTo>
                  <a:pt x="2289493" y="14097"/>
                </a:lnTo>
                <a:close/>
              </a:path>
            </a:pathLst>
          </a:custGeom>
          <a:solidFill>
            <a:srgbClr val="9DB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>
            <p:custDataLst>
              <p:tags r:id="rId8"/>
            </p:custDataLst>
          </p:nvPr>
        </p:nvSpPr>
        <p:spPr>
          <a:xfrm>
            <a:off x="5619114" y="5526405"/>
            <a:ext cx="2610485" cy="1068074"/>
          </a:xfrm>
          <a:prstGeom prst="rect">
            <a:avLst/>
          </a:prstGeom>
        </p:spPr>
        <p:txBody>
          <a:bodyPr vert="horz" wrap="square" lIns="0" tIns="16510" rIns="0" bIns="0" rtlCol="0">
            <a:noAutofit/>
          </a:bodyPr>
          <a:lstStyle>
            <a:defPPr>
              <a:defRPr kern="0"/>
            </a:defPPr>
            <a:lvl1pPr marL="12700">
              <a:spcBef>
                <a:spcPts val="130"/>
              </a:spcBef>
              <a:defRPr sz="2800" spc="120">
                <a:solidFill>
                  <a:srgbClr val="3B64C8"/>
                </a:solidFill>
                <a:latin typeface="Microsoft JhengHei" panose="020B0604030504040204" charset="-120"/>
                <a:ea typeface="宋体" panose="02010600030101010101" pitchFamily="2" charset="-122"/>
              </a:defRPr>
            </a:lvl1pPr>
          </a:lstStyle>
          <a:p>
            <a:r>
              <a:rPr lang="en-US" altLang="zh-CN" dirty="0"/>
              <a:t>Printf </a:t>
            </a:r>
            <a:r>
              <a:rPr lang="zh-CN" altLang="en-US" dirty="0"/>
              <a:t>最熟悉的“陌生人”</a:t>
            </a:r>
          </a:p>
          <a:p>
            <a:endParaRPr lang="zh-CN" altLang="en-US" dirty="0"/>
          </a:p>
        </p:txBody>
      </p:sp>
      <p:sp>
        <p:nvSpPr>
          <p:cNvPr id="24" name="object 24"/>
          <p:cNvSpPr/>
          <p:nvPr>
            <p:custDataLst>
              <p:tags r:id="rId9"/>
            </p:custDataLst>
          </p:nvPr>
        </p:nvSpPr>
        <p:spPr>
          <a:xfrm>
            <a:off x="9918547" y="4185369"/>
            <a:ext cx="2289810" cy="14604"/>
          </a:xfrm>
          <a:custGeom>
            <a:avLst/>
            <a:gdLst/>
            <a:ahLst/>
            <a:cxnLst/>
            <a:rect l="l" t="t" r="r" b="b"/>
            <a:pathLst>
              <a:path w="2289809" h="14604">
                <a:moveTo>
                  <a:pt x="2289493" y="14097"/>
                </a:moveTo>
                <a:lnTo>
                  <a:pt x="0" y="14097"/>
                </a:lnTo>
                <a:lnTo>
                  <a:pt x="0" y="0"/>
                </a:lnTo>
                <a:lnTo>
                  <a:pt x="2289493" y="0"/>
                </a:lnTo>
                <a:lnTo>
                  <a:pt x="2289493" y="14097"/>
                </a:lnTo>
                <a:close/>
              </a:path>
            </a:pathLst>
          </a:custGeom>
          <a:solidFill>
            <a:srgbClr val="9DB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>
            <p:custDataLst>
              <p:tags r:id="rId10"/>
            </p:custDataLst>
          </p:nvPr>
        </p:nvSpPr>
        <p:spPr>
          <a:xfrm>
            <a:off x="9905847" y="3865316"/>
            <a:ext cx="1711325" cy="1369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85"/>
              </a:lnSpc>
              <a:spcBef>
                <a:spcPts val="105"/>
              </a:spcBef>
            </a:pPr>
            <a:r>
              <a:rPr sz="1800" spc="270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PART</a:t>
            </a:r>
            <a:r>
              <a:rPr sz="1800" spc="80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800" spc="254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THREE</a:t>
            </a:r>
            <a:endParaRPr sz="180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ts val="8885"/>
              </a:lnSpc>
            </a:pPr>
            <a:r>
              <a:rPr sz="7800" spc="-50" dirty="0">
                <a:solidFill>
                  <a:srgbClr val="3B64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sz="7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object 26"/>
          <p:cNvSpPr/>
          <p:nvPr>
            <p:custDataLst>
              <p:tags r:id="rId11"/>
            </p:custDataLst>
          </p:nvPr>
        </p:nvSpPr>
        <p:spPr>
          <a:xfrm>
            <a:off x="9918547" y="5455710"/>
            <a:ext cx="2289810" cy="14604"/>
          </a:xfrm>
          <a:custGeom>
            <a:avLst/>
            <a:gdLst/>
            <a:ahLst/>
            <a:cxnLst/>
            <a:rect l="l" t="t" r="r" b="b"/>
            <a:pathLst>
              <a:path w="2289809" h="14604">
                <a:moveTo>
                  <a:pt x="2289493" y="14097"/>
                </a:moveTo>
                <a:lnTo>
                  <a:pt x="0" y="14097"/>
                </a:lnTo>
                <a:lnTo>
                  <a:pt x="0" y="0"/>
                </a:lnTo>
                <a:lnTo>
                  <a:pt x="2289493" y="0"/>
                </a:lnTo>
                <a:lnTo>
                  <a:pt x="2289493" y="14097"/>
                </a:lnTo>
                <a:close/>
              </a:path>
            </a:pathLst>
          </a:custGeom>
          <a:solidFill>
            <a:srgbClr val="9DB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>
            <p:custDataLst>
              <p:tags r:id="rId12"/>
            </p:custDataLst>
          </p:nvPr>
        </p:nvSpPr>
        <p:spPr>
          <a:xfrm>
            <a:off x="9905999" y="5509260"/>
            <a:ext cx="3634949" cy="864870"/>
          </a:xfrm>
          <a:prstGeom prst="rect">
            <a:avLst/>
          </a:prstGeom>
        </p:spPr>
        <p:txBody>
          <a:bodyPr vert="horz" wrap="square" lIns="0" tIns="16510" rIns="0" bIns="0" rtlCol="0">
            <a:noAutofit/>
          </a:bodyPr>
          <a:lstStyle>
            <a:defPPr>
              <a:defRPr kern="0"/>
            </a:defPPr>
            <a:lvl1pPr marL="12700">
              <a:spcBef>
                <a:spcPts val="130"/>
              </a:spcBef>
              <a:defRPr sz="2800" spc="120">
                <a:solidFill>
                  <a:srgbClr val="3B64C8"/>
                </a:solidFill>
                <a:latin typeface="Microsoft JhengHei" panose="020B0604030504040204" charset="-12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“内存警察” </a:t>
            </a:r>
            <a:r>
              <a:rPr lang="en-US" altLang="zh-CN" dirty="0"/>
              <a:t>AddressSanitizer</a:t>
            </a:r>
          </a:p>
        </p:txBody>
      </p:sp>
      <p:sp>
        <p:nvSpPr>
          <p:cNvPr id="10" name="object 24"/>
          <p:cNvSpPr/>
          <p:nvPr>
            <p:custDataLst>
              <p:tags r:id="rId13"/>
            </p:custDataLst>
          </p:nvPr>
        </p:nvSpPr>
        <p:spPr>
          <a:xfrm>
            <a:off x="14023187" y="4168224"/>
            <a:ext cx="2289810" cy="14604"/>
          </a:xfrm>
          <a:custGeom>
            <a:avLst/>
            <a:gdLst/>
            <a:ahLst/>
            <a:cxnLst/>
            <a:rect l="l" t="t" r="r" b="b"/>
            <a:pathLst>
              <a:path w="2289809" h="14604">
                <a:moveTo>
                  <a:pt x="2289493" y="14097"/>
                </a:moveTo>
                <a:lnTo>
                  <a:pt x="0" y="14097"/>
                </a:lnTo>
                <a:lnTo>
                  <a:pt x="0" y="0"/>
                </a:lnTo>
                <a:lnTo>
                  <a:pt x="2289493" y="0"/>
                </a:lnTo>
                <a:lnTo>
                  <a:pt x="2289493" y="14097"/>
                </a:lnTo>
                <a:close/>
              </a:path>
            </a:pathLst>
          </a:custGeom>
          <a:solidFill>
            <a:srgbClr val="9DB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5"/>
          <p:cNvSpPr txBox="1"/>
          <p:nvPr>
            <p:custDataLst>
              <p:tags r:id="rId14"/>
            </p:custDataLst>
          </p:nvPr>
        </p:nvSpPr>
        <p:spPr>
          <a:xfrm>
            <a:off x="14010487" y="3848171"/>
            <a:ext cx="1711325" cy="1368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85"/>
              </a:lnSpc>
              <a:spcBef>
                <a:spcPts val="105"/>
              </a:spcBef>
            </a:pPr>
            <a:r>
              <a:rPr sz="1800" spc="270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PART</a:t>
            </a:r>
            <a:r>
              <a:rPr sz="1800" spc="80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lang="en-US" altLang="en-US" sz="1800" spc="80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FOUR</a:t>
            </a:r>
            <a:endParaRPr sz="180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ts val="8885"/>
              </a:lnSpc>
            </a:pPr>
            <a:r>
              <a:rPr lang="en-US" altLang="en-US" sz="7800" spc="-50" dirty="0">
                <a:solidFill>
                  <a:srgbClr val="3B64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8" name="object 26"/>
          <p:cNvSpPr/>
          <p:nvPr>
            <p:custDataLst>
              <p:tags r:id="rId15"/>
            </p:custDataLst>
          </p:nvPr>
        </p:nvSpPr>
        <p:spPr>
          <a:xfrm>
            <a:off x="14023187" y="5438565"/>
            <a:ext cx="2289810" cy="14604"/>
          </a:xfrm>
          <a:custGeom>
            <a:avLst/>
            <a:gdLst/>
            <a:ahLst/>
            <a:cxnLst/>
            <a:rect l="l" t="t" r="r" b="b"/>
            <a:pathLst>
              <a:path w="2289809" h="14604">
                <a:moveTo>
                  <a:pt x="2289493" y="14097"/>
                </a:moveTo>
                <a:lnTo>
                  <a:pt x="0" y="14097"/>
                </a:lnTo>
                <a:lnTo>
                  <a:pt x="0" y="0"/>
                </a:lnTo>
                <a:lnTo>
                  <a:pt x="2289493" y="0"/>
                </a:lnTo>
                <a:lnTo>
                  <a:pt x="2289493" y="14097"/>
                </a:lnTo>
                <a:close/>
              </a:path>
            </a:pathLst>
          </a:custGeom>
          <a:solidFill>
            <a:srgbClr val="9DB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7"/>
          <p:cNvSpPr txBox="1"/>
          <p:nvPr>
            <p:custDataLst>
              <p:tags r:id="rId16"/>
            </p:custDataLst>
          </p:nvPr>
        </p:nvSpPr>
        <p:spPr>
          <a:xfrm>
            <a:off x="14010640" y="5492115"/>
            <a:ext cx="2486660" cy="864870"/>
          </a:xfrm>
          <a:prstGeom prst="rect">
            <a:avLst/>
          </a:prstGeom>
        </p:spPr>
        <p:txBody>
          <a:bodyPr vert="horz" wrap="square" lIns="0" tIns="16510" rIns="0" bIns="0" rtlCol="0">
            <a:noAutofit/>
          </a:bodyPr>
          <a:lstStyle>
            <a:defPPr>
              <a:defRPr kern="0"/>
            </a:defPPr>
            <a:lvl1pPr marL="12700">
              <a:spcBef>
                <a:spcPts val="130"/>
              </a:spcBef>
              <a:defRPr sz="2800" spc="120">
                <a:solidFill>
                  <a:srgbClr val="3B64C8"/>
                </a:solidFill>
                <a:latin typeface="Microsoft JhengHei" panose="020B0604030504040204" charset="-120"/>
                <a:ea typeface="宋体" panose="02010600030101010101" pitchFamily="2" charset="-122"/>
              </a:defRPr>
            </a:lvl1pPr>
          </a:lstStyle>
          <a:p>
            <a:r>
              <a:rPr lang="en-US" altLang="zh-CN" dirty="0"/>
              <a:t>GDB </a:t>
            </a:r>
            <a:r>
              <a:rPr lang="zh-CN" altLang="en-US" dirty="0"/>
              <a:t>更普遍的调试方法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7824" y="2478478"/>
            <a:ext cx="3261995" cy="687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00" spc="670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PART</a:t>
            </a:r>
            <a:r>
              <a:rPr sz="4300" spc="170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4300" spc="490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ONE</a:t>
            </a:r>
            <a:endParaRPr sz="430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008366"/>
            <a:ext cx="17259300" cy="3279140"/>
            <a:chOff x="0" y="7008366"/>
            <a:chExt cx="17259300" cy="3279140"/>
          </a:xfrm>
        </p:grpSpPr>
        <p:sp>
          <p:nvSpPr>
            <p:cNvPr id="4" name="object 4"/>
            <p:cNvSpPr/>
            <p:nvPr/>
          </p:nvSpPr>
          <p:spPr>
            <a:xfrm>
              <a:off x="2070525" y="7508819"/>
              <a:ext cx="14147165" cy="28575"/>
            </a:xfrm>
            <a:custGeom>
              <a:avLst/>
              <a:gdLst/>
              <a:ahLst/>
              <a:cxnLst/>
              <a:rect l="l" t="t" r="r" b="b"/>
              <a:pathLst>
                <a:path w="14147165" h="28575">
                  <a:moveTo>
                    <a:pt x="14146857" y="28575"/>
                  </a:moveTo>
                  <a:lnTo>
                    <a:pt x="0" y="28575"/>
                  </a:lnTo>
                  <a:lnTo>
                    <a:pt x="0" y="0"/>
                  </a:lnTo>
                  <a:lnTo>
                    <a:pt x="14146857" y="0"/>
                  </a:lnTo>
                  <a:lnTo>
                    <a:pt x="14146857" y="28575"/>
                  </a:lnTo>
                  <a:close/>
                </a:path>
              </a:pathLst>
            </a:custGeom>
            <a:solidFill>
              <a:srgbClr val="9DB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008366"/>
              <a:ext cx="3990088" cy="32786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800795" y="9015755"/>
              <a:ext cx="1458595" cy="485775"/>
            </a:xfrm>
            <a:custGeom>
              <a:avLst/>
              <a:gdLst/>
              <a:ahLst/>
              <a:cxnLst/>
              <a:rect l="l" t="t" r="r" b="b"/>
              <a:pathLst>
                <a:path w="1458594" h="485775">
                  <a:moveTo>
                    <a:pt x="485736" y="242862"/>
                  </a:moveTo>
                  <a:lnTo>
                    <a:pt x="424370" y="230276"/>
                  </a:lnTo>
                  <a:lnTo>
                    <a:pt x="375653" y="216382"/>
                  </a:lnTo>
                  <a:lnTo>
                    <a:pt x="337680" y="199313"/>
                  </a:lnTo>
                  <a:lnTo>
                    <a:pt x="286423" y="148043"/>
                  </a:lnTo>
                  <a:lnTo>
                    <a:pt x="269341" y="110070"/>
                  </a:lnTo>
                  <a:lnTo>
                    <a:pt x="255460" y="61353"/>
                  </a:lnTo>
                  <a:lnTo>
                    <a:pt x="242862" y="0"/>
                  </a:lnTo>
                  <a:lnTo>
                    <a:pt x="230276" y="61353"/>
                  </a:lnTo>
                  <a:lnTo>
                    <a:pt x="216382" y="110070"/>
                  </a:lnTo>
                  <a:lnTo>
                    <a:pt x="199313" y="148043"/>
                  </a:lnTo>
                  <a:lnTo>
                    <a:pt x="148043" y="199313"/>
                  </a:lnTo>
                  <a:lnTo>
                    <a:pt x="110070" y="216382"/>
                  </a:lnTo>
                  <a:lnTo>
                    <a:pt x="61353" y="230276"/>
                  </a:lnTo>
                  <a:lnTo>
                    <a:pt x="0" y="242862"/>
                  </a:lnTo>
                  <a:lnTo>
                    <a:pt x="61353" y="255460"/>
                  </a:lnTo>
                  <a:lnTo>
                    <a:pt x="110070" y="269341"/>
                  </a:lnTo>
                  <a:lnTo>
                    <a:pt x="148043" y="286423"/>
                  </a:lnTo>
                  <a:lnTo>
                    <a:pt x="199313" y="337680"/>
                  </a:lnTo>
                  <a:lnTo>
                    <a:pt x="216382" y="375653"/>
                  </a:lnTo>
                  <a:lnTo>
                    <a:pt x="230276" y="424370"/>
                  </a:lnTo>
                  <a:lnTo>
                    <a:pt x="242862" y="485736"/>
                  </a:lnTo>
                  <a:lnTo>
                    <a:pt x="255460" y="424370"/>
                  </a:lnTo>
                  <a:lnTo>
                    <a:pt x="269341" y="375653"/>
                  </a:lnTo>
                  <a:lnTo>
                    <a:pt x="286423" y="337680"/>
                  </a:lnTo>
                  <a:lnTo>
                    <a:pt x="337680" y="286423"/>
                  </a:lnTo>
                  <a:lnTo>
                    <a:pt x="375653" y="269341"/>
                  </a:lnTo>
                  <a:lnTo>
                    <a:pt x="424370" y="255460"/>
                  </a:lnTo>
                  <a:lnTo>
                    <a:pt x="485736" y="242862"/>
                  </a:lnTo>
                  <a:close/>
                </a:path>
                <a:path w="1458594" h="485775">
                  <a:moveTo>
                    <a:pt x="972108" y="242862"/>
                  </a:moveTo>
                  <a:lnTo>
                    <a:pt x="910755" y="230276"/>
                  </a:lnTo>
                  <a:lnTo>
                    <a:pt x="862037" y="216382"/>
                  </a:lnTo>
                  <a:lnTo>
                    <a:pt x="824064" y="199313"/>
                  </a:lnTo>
                  <a:lnTo>
                    <a:pt x="772795" y="148043"/>
                  </a:lnTo>
                  <a:lnTo>
                    <a:pt x="755726" y="110070"/>
                  </a:lnTo>
                  <a:lnTo>
                    <a:pt x="741832" y="61353"/>
                  </a:lnTo>
                  <a:lnTo>
                    <a:pt x="729246" y="0"/>
                  </a:lnTo>
                  <a:lnTo>
                    <a:pt x="716648" y="61353"/>
                  </a:lnTo>
                  <a:lnTo>
                    <a:pt x="702767" y="110070"/>
                  </a:lnTo>
                  <a:lnTo>
                    <a:pt x="685685" y="148043"/>
                  </a:lnTo>
                  <a:lnTo>
                    <a:pt x="634428" y="199313"/>
                  </a:lnTo>
                  <a:lnTo>
                    <a:pt x="596455" y="216382"/>
                  </a:lnTo>
                  <a:lnTo>
                    <a:pt x="547738" y="230276"/>
                  </a:lnTo>
                  <a:lnTo>
                    <a:pt x="486371" y="242862"/>
                  </a:lnTo>
                  <a:lnTo>
                    <a:pt x="547738" y="255460"/>
                  </a:lnTo>
                  <a:lnTo>
                    <a:pt x="596455" y="269341"/>
                  </a:lnTo>
                  <a:lnTo>
                    <a:pt x="634428" y="286423"/>
                  </a:lnTo>
                  <a:lnTo>
                    <a:pt x="685685" y="337680"/>
                  </a:lnTo>
                  <a:lnTo>
                    <a:pt x="702767" y="375653"/>
                  </a:lnTo>
                  <a:lnTo>
                    <a:pt x="716648" y="424370"/>
                  </a:lnTo>
                  <a:lnTo>
                    <a:pt x="729246" y="485736"/>
                  </a:lnTo>
                  <a:lnTo>
                    <a:pt x="741832" y="424370"/>
                  </a:lnTo>
                  <a:lnTo>
                    <a:pt x="755726" y="375653"/>
                  </a:lnTo>
                  <a:lnTo>
                    <a:pt x="772795" y="337680"/>
                  </a:lnTo>
                  <a:lnTo>
                    <a:pt x="824064" y="286423"/>
                  </a:lnTo>
                  <a:lnTo>
                    <a:pt x="862037" y="269341"/>
                  </a:lnTo>
                  <a:lnTo>
                    <a:pt x="910755" y="255460"/>
                  </a:lnTo>
                  <a:lnTo>
                    <a:pt x="972108" y="242862"/>
                  </a:lnTo>
                  <a:close/>
                </a:path>
                <a:path w="1458594" h="485775">
                  <a:moveTo>
                    <a:pt x="1458493" y="242862"/>
                  </a:moveTo>
                  <a:lnTo>
                    <a:pt x="1397139" y="230276"/>
                  </a:lnTo>
                  <a:lnTo>
                    <a:pt x="1348409" y="216382"/>
                  </a:lnTo>
                  <a:lnTo>
                    <a:pt x="1310436" y="199313"/>
                  </a:lnTo>
                  <a:lnTo>
                    <a:pt x="1259179" y="148043"/>
                  </a:lnTo>
                  <a:lnTo>
                    <a:pt x="1242098" y="110070"/>
                  </a:lnTo>
                  <a:lnTo>
                    <a:pt x="1228217" y="61353"/>
                  </a:lnTo>
                  <a:lnTo>
                    <a:pt x="1215618" y="0"/>
                  </a:lnTo>
                  <a:lnTo>
                    <a:pt x="1203032" y="61353"/>
                  </a:lnTo>
                  <a:lnTo>
                    <a:pt x="1189139" y="110070"/>
                  </a:lnTo>
                  <a:lnTo>
                    <a:pt x="1172070" y="148043"/>
                  </a:lnTo>
                  <a:lnTo>
                    <a:pt x="1120800" y="199313"/>
                  </a:lnTo>
                  <a:lnTo>
                    <a:pt x="1082827" y="216382"/>
                  </a:lnTo>
                  <a:lnTo>
                    <a:pt x="1034110" y="230276"/>
                  </a:lnTo>
                  <a:lnTo>
                    <a:pt x="972756" y="242862"/>
                  </a:lnTo>
                  <a:lnTo>
                    <a:pt x="1034110" y="255460"/>
                  </a:lnTo>
                  <a:lnTo>
                    <a:pt x="1082827" y="269341"/>
                  </a:lnTo>
                  <a:lnTo>
                    <a:pt x="1120800" y="286423"/>
                  </a:lnTo>
                  <a:lnTo>
                    <a:pt x="1172070" y="337680"/>
                  </a:lnTo>
                  <a:lnTo>
                    <a:pt x="1189139" y="375653"/>
                  </a:lnTo>
                  <a:lnTo>
                    <a:pt x="1203032" y="424370"/>
                  </a:lnTo>
                  <a:lnTo>
                    <a:pt x="1215618" y="485736"/>
                  </a:lnTo>
                  <a:lnTo>
                    <a:pt x="1228217" y="424370"/>
                  </a:lnTo>
                  <a:lnTo>
                    <a:pt x="1242098" y="375653"/>
                  </a:lnTo>
                  <a:lnTo>
                    <a:pt x="1259179" y="337680"/>
                  </a:lnTo>
                  <a:lnTo>
                    <a:pt x="1310436" y="286423"/>
                  </a:lnTo>
                  <a:lnTo>
                    <a:pt x="1348409" y="269341"/>
                  </a:lnTo>
                  <a:lnTo>
                    <a:pt x="1397139" y="255460"/>
                  </a:lnTo>
                  <a:lnTo>
                    <a:pt x="1458493" y="242862"/>
                  </a:lnTo>
                  <a:close/>
                </a:path>
              </a:pathLst>
            </a:custGeom>
            <a:solidFill>
              <a:srgbClr val="3B64C8">
                <a:alpha val="60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207976" cy="225013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070525" y="0"/>
            <a:ext cx="16217900" cy="5492115"/>
            <a:chOff x="2070525" y="0"/>
            <a:chExt cx="16217900" cy="5492115"/>
          </a:xfrm>
        </p:grpSpPr>
        <p:sp>
          <p:nvSpPr>
            <p:cNvPr id="9" name="object 9"/>
            <p:cNvSpPr/>
            <p:nvPr/>
          </p:nvSpPr>
          <p:spPr>
            <a:xfrm>
              <a:off x="2070525" y="3612767"/>
              <a:ext cx="14147165" cy="28575"/>
            </a:xfrm>
            <a:custGeom>
              <a:avLst/>
              <a:gdLst/>
              <a:ahLst/>
              <a:cxnLst/>
              <a:rect l="l" t="t" r="r" b="b"/>
              <a:pathLst>
                <a:path w="14147165" h="28575">
                  <a:moveTo>
                    <a:pt x="14146857" y="28575"/>
                  </a:moveTo>
                  <a:lnTo>
                    <a:pt x="0" y="28575"/>
                  </a:lnTo>
                  <a:lnTo>
                    <a:pt x="0" y="0"/>
                  </a:lnTo>
                  <a:lnTo>
                    <a:pt x="14146857" y="0"/>
                  </a:lnTo>
                  <a:lnTo>
                    <a:pt x="14146857" y="28575"/>
                  </a:lnTo>
                  <a:close/>
                </a:path>
              </a:pathLst>
            </a:custGeom>
            <a:solidFill>
              <a:srgbClr val="9DB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12441" y="0"/>
              <a:ext cx="2475558" cy="549177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739138" y="4226340"/>
            <a:ext cx="2501900" cy="2697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0" spc="-25" dirty="0">
                <a:solidFill>
                  <a:srgbClr val="3B64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sz="17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24600" y="4106783"/>
            <a:ext cx="9599930" cy="29719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zh-CN" altLang="en-US" sz="9600" b="1" spc="120" dirty="0">
                <a:solidFill>
                  <a:srgbClr val="3B64C8"/>
                </a:solidFill>
                <a:latin typeface="Microsoft JhengHei" panose="020B0604030504040204" charset="-120"/>
                <a:ea typeface="宋体" panose="02010600030101010101" pitchFamily="2" charset="-122"/>
              </a:rPr>
              <a:t>为什么要学科学调试方法</a:t>
            </a:r>
            <a:endParaRPr kumimoji="0" lang="zh-CN" altLang="en-US" sz="9600" b="1" i="0" u="none" strike="noStrike" kern="0" cap="none" spc="120" normalizeH="0" baseline="0" noProof="1">
              <a:solidFill>
                <a:srgbClr val="3B64C8"/>
              </a:solidFill>
              <a:latin typeface="Microsoft JhengHei" panose="020B0604030504040204" charset="-120"/>
              <a:ea typeface="宋体" panose="02010600030101010101" pitchFamily="2" charset="-122"/>
              <a:cs typeface="Microsoft JhengHei" panose="020B0604030504040204" charset="-12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70524" y="3418168"/>
            <a:ext cx="3238500" cy="210185"/>
          </a:xfrm>
          <a:custGeom>
            <a:avLst/>
            <a:gdLst/>
            <a:ahLst/>
            <a:cxnLst/>
            <a:rect l="l" t="t" r="r" b="b"/>
            <a:pathLst>
              <a:path w="3238500" h="210185">
                <a:moveTo>
                  <a:pt x="3238499" y="209865"/>
                </a:moveTo>
                <a:lnTo>
                  <a:pt x="0" y="209865"/>
                </a:lnTo>
                <a:lnTo>
                  <a:pt x="0" y="0"/>
                </a:lnTo>
                <a:lnTo>
                  <a:pt x="3238499" y="0"/>
                </a:lnTo>
                <a:lnTo>
                  <a:pt x="3238499" y="209865"/>
                </a:lnTo>
                <a:close/>
              </a:path>
            </a:pathLst>
          </a:custGeom>
          <a:solidFill>
            <a:srgbClr val="3B64C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1219200" y="2444875"/>
            <a:ext cx="8305800" cy="49846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>
              <a:lnSpc>
                <a:spcPct val="110000"/>
              </a:lnSpc>
            </a:pPr>
            <a:r>
              <a:rPr lang="zh-CN" altLang="en-US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你是否经历过这些：</a:t>
            </a:r>
            <a:endParaRPr lang="en-US" altLang="zh-CN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4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盯代码发呆，对着死循环看了半小时，什么都没改，就是在“感悟”</a:t>
            </a:r>
            <a:endParaRPr lang="en-US" altLang="zh-CN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4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zh-CN" altLang="en-US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重启疗法，遇到段错误，第一反应是重启 </a:t>
            </a:r>
            <a:r>
              <a:rPr lang="en-US" altLang="zh-CN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</a:t>
            </a:r>
            <a:r>
              <a:rPr lang="zh-CN" altLang="en-US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，甚至重启电脑</a:t>
            </a:r>
            <a:endParaRPr lang="en-US" altLang="zh-CN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瞎改一通，随机删一行、加一行，祈祷“说不定就好了”</a:t>
            </a:r>
            <a:endParaRPr lang="en-US" altLang="zh-CN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FD0A3FD0-B4E9-0ECA-3F24-80C0FE83E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5555" y="2019300"/>
            <a:ext cx="6705600" cy="5410269"/>
          </a:xfrm>
          <a:prstGeom prst="rect">
            <a:avLst/>
          </a:prstGeom>
        </p:spPr>
      </p:pic>
      <p:sp>
        <p:nvSpPr>
          <p:cNvPr id="39" name="object 9">
            <a:extLst>
              <a:ext uri="{FF2B5EF4-FFF2-40B4-BE49-F238E27FC236}">
                <a16:creationId xmlns:a16="http://schemas.microsoft.com/office/drawing/2014/main" id="{C777DDFA-2792-2663-F0D5-4AFB7D337173}"/>
              </a:ext>
            </a:extLst>
          </p:cNvPr>
          <p:cNvSpPr txBox="1">
            <a:spLocks/>
          </p:cNvSpPr>
          <p:nvPr/>
        </p:nvSpPr>
        <p:spPr>
          <a:xfrm>
            <a:off x="838200" y="1120047"/>
            <a:ext cx="12496800" cy="67967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>
            <a:lvl1pPr>
              <a:defRPr sz="4300" b="1" i="0">
                <a:solidFill>
                  <a:srgbClr val="7887FF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r>
              <a:rPr lang="en-US" altLang="zh-CN" dirty="0"/>
              <a:t>1.1 </a:t>
            </a:r>
            <a:r>
              <a:rPr lang="zh-CN" altLang="en-US" dirty="0"/>
              <a:t>从</a:t>
            </a:r>
            <a:r>
              <a:rPr lang="en-US" altLang="zh-CN" dirty="0"/>
              <a:t>“</a:t>
            </a:r>
            <a:r>
              <a:rPr lang="zh-CN" altLang="en-US" dirty="0"/>
              <a:t>碰运气</a:t>
            </a:r>
            <a:r>
              <a:rPr lang="en-US" altLang="zh-CN" dirty="0"/>
              <a:t>”</a:t>
            </a:r>
            <a:r>
              <a:rPr lang="zh-CN" altLang="en-US" dirty="0"/>
              <a:t>到</a:t>
            </a:r>
            <a:r>
              <a:rPr lang="en-US" altLang="zh-CN" dirty="0"/>
              <a:t>“</a:t>
            </a:r>
            <a:r>
              <a:rPr lang="zh-CN" altLang="en-US" dirty="0"/>
              <a:t>讲证据</a:t>
            </a:r>
            <a:r>
              <a:rPr lang="en-US" altLang="zh-CN" dirty="0"/>
              <a:t>”</a:t>
            </a:r>
            <a:r>
              <a:rPr lang="zh-CN" altLang="en-US" dirty="0"/>
              <a:t>：告别玄学 </a:t>
            </a:r>
            <a:r>
              <a:rPr lang="en-US" altLang="zh-CN" dirty="0"/>
              <a:t>Debug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06FD8-E36A-DBF8-AD84-222C13A7C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9">
            <a:extLst>
              <a:ext uri="{FF2B5EF4-FFF2-40B4-BE49-F238E27FC236}">
                <a16:creationId xmlns:a16="http://schemas.microsoft.com/office/drawing/2014/main" id="{EF056A2E-8647-AF36-64BD-58A6278ADA15}"/>
              </a:ext>
            </a:extLst>
          </p:cNvPr>
          <p:cNvSpPr txBox="1">
            <a:spLocks/>
          </p:cNvSpPr>
          <p:nvPr/>
        </p:nvSpPr>
        <p:spPr>
          <a:xfrm>
            <a:off x="838200" y="1120047"/>
            <a:ext cx="12496800" cy="67967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>
            <a:lvl1pPr>
              <a:defRPr sz="4300" b="1" i="0">
                <a:solidFill>
                  <a:srgbClr val="7887FF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r>
              <a:rPr lang="en-US" altLang="zh-CN" dirty="0"/>
              <a:t>1.2 </a:t>
            </a:r>
            <a:r>
              <a:rPr lang="zh-CN" altLang="en-US" dirty="0"/>
              <a:t>从</a:t>
            </a:r>
            <a:r>
              <a:rPr lang="en-US" altLang="zh-CN" dirty="0"/>
              <a:t>“</a:t>
            </a:r>
            <a:r>
              <a:rPr lang="zh-CN" altLang="en-US" dirty="0"/>
              <a:t>碰运气</a:t>
            </a:r>
            <a:r>
              <a:rPr lang="en-US" altLang="zh-CN" dirty="0"/>
              <a:t>”</a:t>
            </a:r>
            <a:r>
              <a:rPr lang="zh-CN" altLang="en-US" dirty="0"/>
              <a:t>到</a:t>
            </a:r>
            <a:r>
              <a:rPr lang="en-US" altLang="zh-CN" dirty="0"/>
              <a:t>“</a:t>
            </a:r>
            <a:r>
              <a:rPr lang="zh-CN" altLang="en-US" dirty="0"/>
              <a:t>讲证据</a:t>
            </a:r>
            <a:r>
              <a:rPr lang="en-US" altLang="zh-CN" dirty="0"/>
              <a:t>”</a:t>
            </a:r>
            <a:r>
              <a:rPr lang="zh-CN" altLang="en-US" dirty="0"/>
              <a:t>：告别玄学 </a:t>
            </a:r>
            <a:r>
              <a:rPr lang="en-US" altLang="zh-CN" dirty="0"/>
              <a:t>Debug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7FC2B3A-2837-2C26-AF69-047434E671EA}"/>
              </a:ext>
            </a:extLst>
          </p:cNvPr>
          <p:cNvSpPr txBox="1"/>
          <p:nvPr/>
        </p:nvSpPr>
        <p:spPr>
          <a:xfrm>
            <a:off x="1143000" y="2473142"/>
            <a:ext cx="8534400" cy="44953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>
              <a:lnSpc>
                <a:spcPct val="110000"/>
              </a:lnSpc>
            </a:pPr>
            <a:r>
              <a:rPr lang="zh-CN" altLang="en-US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两条曲线，两种命运：</a:t>
            </a:r>
            <a:endParaRPr lang="en-US" altLang="zh-CN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zh-CN" altLang="en-US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曲线：代码少时很快，超过</a:t>
            </a:r>
            <a:r>
              <a:rPr lang="en-US" altLang="zh-CN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500</a:t>
            </a:r>
            <a:r>
              <a:rPr lang="zh-CN" altLang="en-US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行后耗时指数级上升，让人崩溃。</a:t>
            </a:r>
            <a:endParaRPr lang="en-US" altLang="zh-CN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GDB</a:t>
            </a:r>
            <a:r>
              <a:rPr lang="zh-CN" altLang="en-US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曲线：起步有学习成本，但之后保持平稳直线。</a:t>
            </a:r>
            <a:endParaRPr lang="en-US" altLang="zh-CN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zh-CN" altLang="en-US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瞎猜 </a:t>
            </a:r>
            <a:r>
              <a:rPr lang="en-US" altLang="zh-CN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en-US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小时，不如打断点 </a:t>
            </a:r>
            <a:r>
              <a:rPr lang="en-US" altLang="zh-CN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en-US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分钟。工具帮你省下的时间，可以用来做更重要的事</a:t>
            </a:r>
            <a:r>
              <a:rPr lang="en-US" altLang="zh-CN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</a:t>
            </a:r>
            <a:r>
              <a:rPr lang="zh-CN" altLang="en-US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比如睡觉。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4D4CF50A-AFAB-1E17-F7CA-D4A755D6B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2019629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577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3">
            <a:extLst>
              <a:ext uri="{FF2B5EF4-FFF2-40B4-BE49-F238E27FC236}">
                <a16:creationId xmlns:a16="http://schemas.microsoft.com/office/drawing/2014/main" id="{BF17E44A-6085-CFE4-3BCA-BE4D36E3C28C}"/>
              </a:ext>
            </a:extLst>
          </p:cNvPr>
          <p:cNvSpPr txBox="1"/>
          <p:nvPr/>
        </p:nvSpPr>
        <p:spPr>
          <a:xfrm>
            <a:off x="2057824" y="2478478"/>
            <a:ext cx="3505835" cy="687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00" spc="670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PART</a:t>
            </a:r>
            <a:r>
              <a:rPr sz="4300" spc="170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4300" spc="815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TWO</a:t>
            </a:r>
            <a:endParaRPr sz="4300" dirty="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5044AC46-E40B-CE77-834E-87542F27A583}"/>
              </a:ext>
            </a:extLst>
          </p:cNvPr>
          <p:cNvSpPr txBox="1">
            <a:spLocks/>
          </p:cNvSpPr>
          <p:nvPr/>
        </p:nvSpPr>
        <p:spPr>
          <a:xfrm>
            <a:off x="2529311" y="4143030"/>
            <a:ext cx="2501900" cy="2697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US" altLang="zh-CN" sz="17500" spc="-25">
                <a:solidFill>
                  <a:srgbClr val="3B64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zh-CN" altLang="en-US" sz="17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12">
            <a:extLst>
              <a:ext uri="{FF2B5EF4-FFF2-40B4-BE49-F238E27FC236}">
                <a16:creationId xmlns:a16="http://schemas.microsoft.com/office/drawing/2014/main" id="{F05B2EEF-A188-D277-F717-4D839A517F64}"/>
              </a:ext>
            </a:extLst>
          </p:cNvPr>
          <p:cNvSpPr txBox="1"/>
          <p:nvPr/>
        </p:nvSpPr>
        <p:spPr>
          <a:xfrm>
            <a:off x="6410014" y="4143030"/>
            <a:ext cx="8677586" cy="29719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  <a:tabLst>
                <a:tab pos="1108710" algn="l"/>
                <a:tab pos="2204720" algn="l"/>
                <a:tab pos="3300095" algn="l"/>
                <a:tab pos="4396740" algn="l"/>
                <a:tab pos="5493385" algn="l"/>
                <a:tab pos="6589395" algn="l"/>
              </a:tabLst>
            </a:pPr>
            <a:r>
              <a:rPr lang="en-US" altLang="zh-CN" sz="9600" b="1" dirty="0">
                <a:solidFill>
                  <a:srgbClr val="3B64C8"/>
                </a:solidFill>
                <a:latin typeface="Microsoft JhengHei" panose="020B0604030504040204" charset="-120"/>
                <a:ea typeface="宋体" panose="02010600030101010101" pitchFamily="2" charset="-122"/>
              </a:rPr>
              <a:t>Printf</a:t>
            </a:r>
            <a:r>
              <a:rPr lang="zh-CN" altLang="en-US" sz="9600" b="1" dirty="0">
                <a:solidFill>
                  <a:srgbClr val="3B64C8"/>
                </a:solidFill>
                <a:latin typeface="Microsoft JhengHei" panose="020B0604030504040204" charset="-120"/>
                <a:ea typeface="宋体" panose="02010600030101010101" pitchFamily="2" charset="-122"/>
              </a:rPr>
              <a:t>最熟悉的“陌生人”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9"/>
          <p:cNvSpPr txBox="1">
            <a:spLocks/>
          </p:cNvSpPr>
          <p:nvPr/>
        </p:nvSpPr>
        <p:spPr>
          <a:xfrm>
            <a:off x="838200" y="1104900"/>
            <a:ext cx="5939155" cy="67967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>
            <a:defPPr>
              <a:defRPr kern="0"/>
            </a:defPPr>
            <a:lvl1pPr marL="12700">
              <a:spcBef>
                <a:spcPts val="140"/>
              </a:spcBef>
              <a:defRPr sz="4300" b="1" i="0" spc="-10">
                <a:solidFill>
                  <a:srgbClr val="7887FF"/>
                </a:solidFill>
                <a:latin typeface="Microsoft JhengHei" panose="020B0604030504040204" charset="-120"/>
                <a:ea typeface="+mj-ea"/>
                <a:cs typeface="Microsoft JhengHei" panose="020B0604030504040204" charset="-120"/>
              </a:defRPr>
            </a:lvl1pPr>
          </a:lstStyle>
          <a:p>
            <a:r>
              <a:rPr lang="en-US" altLang="zh-CN" dirty="0"/>
              <a:t>2.1 </a:t>
            </a:r>
            <a:r>
              <a:rPr lang="zh-CN" altLang="en-US" dirty="0"/>
              <a:t>进阶版</a:t>
            </a:r>
            <a:r>
              <a:rPr lang="en-US" altLang="zh-CN" dirty="0"/>
              <a:t>Printf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982671E-C15C-F2FA-6B4E-0DE221EE94B6}"/>
              </a:ext>
            </a:extLst>
          </p:cNvPr>
          <p:cNvSpPr txBox="1"/>
          <p:nvPr/>
        </p:nvSpPr>
        <p:spPr>
          <a:xfrm>
            <a:off x="1143000" y="2653851"/>
            <a:ext cx="8534400" cy="44953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 algn="l" rtl="0">
              <a:lnSpc>
                <a:spcPct val="110000"/>
              </a:lnSpc>
            </a:pP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进阶版 </a:t>
            </a: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printf </a:t>
            </a: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不只是“打印变量”，而是系统性地留下证据链 :</a:t>
            </a:r>
            <a:endParaRPr lang="en-US" altLang="zh-CN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 rtl="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宏开关控制输出：用 </a:t>
            </a: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#ifdef DEBUG ... #endif </a:t>
            </a: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包裹调试输出，交作业前一键关闭，不用逐行删注释。</a:t>
            </a:r>
            <a:endParaRPr lang="en-US" altLang="zh-CN" sz="2800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打印文件与行号：加上 </a:t>
            </a:r>
            <a:r>
              <a:rPr lang="en-US" altLang="zh-CN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__FILE__ </a:t>
            </a:r>
            <a:r>
              <a:rPr lang="zh-CN" altLang="en-US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和 </a:t>
            </a:r>
            <a:r>
              <a:rPr lang="en-US" altLang="zh-CN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__LINE__</a:t>
            </a:r>
            <a:r>
              <a:rPr lang="zh-CN" altLang="en-US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，输出自带“门牌号”，精确定位案发现场。</a:t>
            </a:r>
            <a:endParaRPr lang="en-US" altLang="zh-CN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DE6280BE-A8E3-04C6-4B75-7EB1D8BBF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3848100"/>
            <a:ext cx="8167074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E9925-F0FF-F2B8-01FF-A5ADB0096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9">
            <a:extLst>
              <a:ext uri="{FF2B5EF4-FFF2-40B4-BE49-F238E27FC236}">
                <a16:creationId xmlns:a16="http://schemas.microsoft.com/office/drawing/2014/main" id="{121F3905-7F3D-2845-F551-B9BAA25216CD}"/>
              </a:ext>
            </a:extLst>
          </p:cNvPr>
          <p:cNvSpPr txBox="1">
            <a:spLocks/>
          </p:cNvSpPr>
          <p:nvPr/>
        </p:nvSpPr>
        <p:spPr>
          <a:xfrm>
            <a:off x="762000" y="1257300"/>
            <a:ext cx="9513570" cy="67967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>
            <a:defPPr>
              <a:defRPr kern="0"/>
            </a:defPPr>
            <a:lvl1pPr marL="12700">
              <a:spcBef>
                <a:spcPts val="140"/>
              </a:spcBef>
              <a:defRPr sz="4300" b="1" i="0" spc="-10">
                <a:solidFill>
                  <a:srgbClr val="7887FF"/>
                </a:solidFill>
                <a:latin typeface="Microsoft JhengHei" panose="020B0604030504040204" charset="-120"/>
                <a:ea typeface="+mj-ea"/>
                <a:cs typeface="Microsoft JhengHei" panose="020B0604030504040204" charset="-120"/>
              </a:defRPr>
            </a:lvl1pPr>
          </a:lstStyle>
          <a:p>
            <a:r>
              <a:rPr lang="en-US" altLang="zh-CN" dirty="0"/>
              <a:t>2.1 Printf </a:t>
            </a:r>
            <a:r>
              <a:rPr lang="zh-CN" altLang="en-US" dirty="0"/>
              <a:t>的天花板：它看不见的 </a:t>
            </a:r>
            <a:r>
              <a:rPr lang="en-US" altLang="zh-CN" dirty="0"/>
              <a:t>Bug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4C69640-117B-78D7-A4EA-7EDC3258199C}"/>
              </a:ext>
            </a:extLst>
          </p:cNvPr>
          <p:cNvSpPr txBox="1"/>
          <p:nvPr/>
        </p:nvSpPr>
        <p:spPr>
          <a:xfrm>
            <a:off x="1143000" y="2653851"/>
            <a:ext cx="8534400" cy="44953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 algn="l" rtl="0">
              <a:lnSpc>
                <a:spcPct val="110000"/>
              </a:lnSpc>
            </a:pP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一个危险的场景</a:t>
            </a: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</a:t>
            </a:r>
            <a:endParaRPr lang="zh-CN" altLang="en-US" sz="2800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 algn="l" rtl="0">
              <a:lnSpc>
                <a:spcPct val="110000"/>
              </a:lnSpc>
            </a:pPr>
            <a:endParaRPr lang="zh-CN" altLang="en-US" sz="2800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57200" lvl="1" indent="-457200" algn="l" rtl="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数组轻微越界时，</a:t>
            </a: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printf </a:t>
            </a: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打印出来的值看起来完全正常</a:t>
            </a: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——</a:t>
            </a: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但程序在某次运行时随机崩溃。</a:t>
            </a:r>
          </a:p>
          <a:p>
            <a:pPr marL="457200" lvl="1" indent="-457200" algn="l" rtl="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zh-CN" altLang="en-US" sz="2800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57200" lvl="1" indent="-457200" algn="l" rtl="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这是</a:t>
            </a: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"</a:t>
            </a: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未定义行为</a:t>
            </a: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"</a:t>
            </a: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的陷阱：表面平静，水下暗流。</a:t>
            </a: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printf </a:t>
            </a: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只能看到你让它看的地方，内存问题它无能为力。</a:t>
            </a:r>
          </a:p>
          <a:p>
            <a:pPr lvl="1" algn="l" rtl="0">
              <a:lnSpc>
                <a:spcPct val="110000"/>
              </a:lnSpc>
            </a:pPr>
            <a:endParaRPr lang="zh-CN" altLang="en-US" sz="2800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 algn="l" rtl="0">
              <a:lnSpc>
                <a:spcPct val="110000"/>
              </a:lnSpc>
            </a:pP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这时候，你需要一位真正的</a:t>
            </a: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"</a:t>
            </a:r>
            <a:r>
              <a:rPr lang="zh-CN" altLang="en-US" sz="2800" b="1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内存警察</a:t>
            </a: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"</a:t>
            </a: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登场。</a:t>
            </a:r>
            <a:endParaRPr lang="en-US" altLang="zh-CN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A615F9B-D5EE-025A-3CBA-ED5A663ACC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788" y="2653851"/>
            <a:ext cx="76200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257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3"/>
          <p:cNvSpPr txBox="1"/>
          <p:nvPr/>
        </p:nvSpPr>
        <p:spPr>
          <a:xfrm>
            <a:off x="2057824" y="2478478"/>
            <a:ext cx="4342976" cy="67903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00" spc="670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PART</a:t>
            </a:r>
            <a:r>
              <a:rPr sz="4300" spc="170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lang="en-US" altLang="zh-CN" sz="4300" spc="815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THREE</a:t>
            </a:r>
            <a:endParaRPr sz="4300" dirty="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9" name="object 9"/>
          <p:cNvSpPr txBox="1">
            <a:spLocks/>
          </p:cNvSpPr>
          <p:nvPr/>
        </p:nvSpPr>
        <p:spPr>
          <a:xfrm>
            <a:off x="2424595" y="4136997"/>
            <a:ext cx="2501900" cy="2709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US" altLang="zh-CN" sz="17500" spc="-25">
                <a:solidFill>
                  <a:srgbClr val="3B64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altLang="zh-CN" sz="17500" spc="-25" dirty="0">
              <a:solidFill>
                <a:srgbClr val="3B64C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bject 12"/>
          <p:cNvSpPr txBox="1"/>
          <p:nvPr/>
        </p:nvSpPr>
        <p:spPr>
          <a:xfrm>
            <a:off x="5813181" y="4089251"/>
            <a:ext cx="10668000" cy="29719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defPPr>
              <a:defRPr kern="0"/>
            </a:defPPr>
            <a:lvl1pPr marL="12700">
              <a:spcBef>
                <a:spcPts val="135"/>
              </a:spcBef>
              <a:tabLst>
                <a:tab pos="1108710" algn="l"/>
                <a:tab pos="2204720" algn="l"/>
                <a:tab pos="3300095" algn="l"/>
                <a:tab pos="4396740" algn="l"/>
                <a:tab pos="5493385" algn="l"/>
                <a:tab pos="6589395" algn="l"/>
              </a:tabLst>
              <a:defRPr sz="6100">
                <a:solidFill>
                  <a:srgbClr val="3B64C8"/>
                </a:solidFill>
                <a:latin typeface="Microsoft JhengHei" panose="020B0604030504040204" charset="-120"/>
                <a:ea typeface="宋体" panose="02010600030101010101" pitchFamily="2" charset="-122"/>
              </a:defRPr>
            </a:lvl1pPr>
          </a:lstStyle>
          <a:p>
            <a:r>
              <a:rPr lang="zh-CN" altLang="en-US" sz="9600" b="1" dirty="0"/>
              <a:t>内存警察 </a:t>
            </a:r>
            <a:r>
              <a:rPr lang="en-US" altLang="zh-CN" sz="9600" b="1" dirty="0"/>
              <a:t>AddressSanitizer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FCD84-9FB0-C2BF-DC58-7A8EDB50A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3EA466C3-A23E-1BF0-7152-F025DF1BF958}"/>
              </a:ext>
            </a:extLst>
          </p:cNvPr>
          <p:cNvSpPr txBox="1"/>
          <p:nvPr/>
        </p:nvSpPr>
        <p:spPr>
          <a:xfrm>
            <a:off x="1143000" y="2653851"/>
            <a:ext cx="8534400" cy="44953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 algn="l" rtl="0">
              <a:lnSpc>
                <a:spcPct val="110000"/>
              </a:lnSpc>
            </a:pP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❌没有 </a:t>
            </a: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Asan</a:t>
            </a: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：</a:t>
            </a:r>
            <a:endParaRPr lang="en-US" altLang="zh-CN" sz="2800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 algn="l" rtl="0">
              <a:lnSpc>
                <a:spcPct val="110000"/>
              </a:lnSpc>
            </a:pPr>
            <a:endParaRPr lang="en-US" altLang="zh-CN" sz="2800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57200" lvl="1" indent="-457200" algn="l" rtl="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编译运行 → </a:t>
            </a: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Segmentation fault → </a:t>
            </a: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一脸懵逼，不知道在哪崩的</a:t>
            </a:r>
          </a:p>
          <a:p>
            <a:pPr lvl="1" algn="l" rtl="0">
              <a:lnSpc>
                <a:spcPct val="110000"/>
              </a:lnSpc>
            </a:pPr>
            <a:endParaRPr lang="zh-CN" altLang="en-US" sz="2800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 algn="l" rtl="0">
              <a:lnSpc>
                <a:spcPct val="110000"/>
              </a:lnSpc>
            </a:pP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✅加上 </a:t>
            </a: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Asan</a:t>
            </a: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：</a:t>
            </a:r>
            <a:endParaRPr lang="en-US" altLang="zh-CN" sz="2800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 algn="l" rtl="0">
              <a:lnSpc>
                <a:spcPct val="110000"/>
              </a:lnSpc>
            </a:pPr>
            <a:endParaRPr lang="en-US" altLang="zh-CN" sz="2800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57200" lvl="1" indent="-457200" algn="l" rtl="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编译运行 → 屏幕刷出红字：</a:t>
            </a: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ERROR: heap-buffer-overflow ... WRITE of size 4 at 0x...</a:t>
            </a: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，精确告知越界位置</a:t>
            </a:r>
          </a:p>
          <a:p>
            <a:pPr lvl="1" algn="l" rtl="0">
              <a:lnSpc>
                <a:spcPct val="110000"/>
              </a:lnSpc>
            </a:pPr>
            <a:endParaRPr lang="zh-CN" altLang="en-US" sz="2800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object 9">
            <a:extLst>
              <a:ext uri="{FF2B5EF4-FFF2-40B4-BE49-F238E27FC236}">
                <a16:creationId xmlns:a16="http://schemas.microsoft.com/office/drawing/2014/main" id="{5869562A-70AB-2B08-CD16-DD48796E21AC}"/>
              </a:ext>
            </a:extLst>
          </p:cNvPr>
          <p:cNvSpPr txBox="1">
            <a:spLocks/>
          </p:cNvSpPr>
          <p:nvPr/>
        </p:nvSpPr>
        <p:spPr>
          <a:xfrm>
            <a:off x="736987" y="1104900"/>
            <a:ext cx="8370570" cy="695062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>
            <a:lvl1pPr>
              <a:defRPr sz="4300" b="1" i="0">
                <a:solidFill>
                  <a:srgbClr val="7887FF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marL="12700">
              <a:spcBef>
                <a:spcPts val="140"/>
              </a:spcBef>
            </a:pPr>
            <a:r>
              <a:rPr lang="en-US" altLang="zh-CN" spc="-10" dirty="0">
                <a:latin typeface="Microsoft JhengHei" panose="020B0604030504040204" charset="-120"/>
              </a:rPr>
              <a:t>3.1 </a:t>
            </a:r>
            <a:r>
              <a:rPr lang="zh-CN" altLang="en-US" sz="4400" dirty="0"/>
              <a:t>内存警察 </a:t>
            </a:r>
            <a:r>
              <a:rPr lang="en-US" altLang="zh-CN" sz="4400" dirty="0"/>
              <a:t>AddressSanitizer</a:t>
            </a:r>
            <a:endParaRPr lang="zh-CN" altLang="en-US" spc="-10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7CA5886-6DFC-6914-ED8A-837942F47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016497"/>
            <a:ext cx="8266279" cy="69506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EBE5DF0-F9CB-CB39-E6C8-70FE887D1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4869" y="3695700"/>
            <a:ext cx="839121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97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57824" y="2478478"/>
            <a:ext cx="4289908" cy="67903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00" spc="670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PART</a:t>
            </a:r>
            <a:r>
              <a:rPr sz="4300" spc="170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lang="en-US" altLang="zh-CN" sz="4300" spc="815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FOUR</a:t>
            </a:r>
            <a:endParaRPr sz="4300" dirty="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object 5"/>
            <p:cNvSpPr/>
            <p:nvPr/>
          </p:nvSpPr>
          <p:spPr>
            <a:xfrm>
              <a:off x="2070519" y="3612768"/>
              <a:ext cx="14147165" cy="3924935"/>
            </a:xfrm>
            <a:custGeom>
              <a:avLst/>
              <a:gdLst/>
              <a:ahLst/>
              <a:cxnLst/>
              <a:rect l="l" t="t" r="r" b="b"/>
              <a:pathLst>
                <a:path w="14147165" h="3924934">
                  <a:moveTo>
                    <a:pt x="14146860" y="3896055"/>
                  </a:moveTo>
                  <a:lnTo>
                    <a:pt x="0" y="3896055"/>
                  </a:lnTo>
                  <a:lnTo>
                    <a:pt x="0" y="3924630"/>
                  </a:lnTo>
                  <a:lnTo>
                    <a:pt x="14146860" y="3924630"/>
                  </a:lnTo>
                  <a:lnTo>
                    <a:pt x="14146860" y="3896055"/>
                  </a:lnTo>
                  <a:close/>
                </a:path>
                <a:path w="14147165" h="3924934">
                  <a:moveTo>
                    <a:pt x="1414686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14146860" y="28575"/>
                  </a:lnTo>
                  <a:lnTo>
                    <a:pt x="14146860" y="0"/>
                  </a:lnTo>
                  <a:close/>
                </a:path>
              </a:pathLst>
            </a:custGeom>
            <a:solidFill>
              <a:srgbClr val="9DB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2207976" cy="22501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7008366"/>
              <a:ext cx="3990088" cy="32786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12442" y="0"/>
              <a:ext cx="2475558" cy="549177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24643" y="4136997"/>
            <a:ext cx="2501900" cy="2709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0" b="0" spc="-25" dirty="0">
                <a:solidFill>
                  <a:srgbClr val="3B64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17500" b="0" spc="-25" dirty="0">
                <a:solidFill>
                  <a:srgbClr val="3B64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2070524" y="3406480"/>
            <a:ext cx="15189200" cy="6095365"/>
            <a:chOff x="2070524" y="3406480"/>
            <a:chExt cx="15189200" cy="6095365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00069" y="9015017"/>
              <a:ext cx="1459104" cy="48634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070524" y="3406480"/>
              <a:ext cx="3419475" cy="210185"/>
            </a:xfrm>
            <a:custGeom>
              <a:avLst/>
              <a:gdLst/>
              <a:ahLst/>
              <a:cxnLst/>
              <a:rect l="l" t="t" r="r" b="b"/>
              <a:pathLst>
                <a:path w="3419475" h="210185">
                  <a:moveTo>
                    <a:pt x="3419474" y="210132"/>
                  </a:moveTo>
                  <a:lnTo>
                    <a:pt x="0" y="210132"/>
                  </a:lnTo>
                  <a:lnTo>
                    <a:pt x="0" y="0"/>
                  </a:lnTo>
                  <a:lnTo>
                    <a:pt x="3419474" y="0"/>
                  </a:lnTo>
                  <a:lnTo>
                    <a:pt x="3419474" y="210132"/>
                  </a:lnTo>
                  <a:close/>
                </a:path>
              </a:pathLst>
            </a:custGeom>
            <a:solidFill>
              <a:srgbClr val="3B64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2"/>
          <p:cNvSpPr txBox="1"/>
          <p:nvPr/>
        </p:nvSpPr>
        <p:spPr>
          <a:xfrm>
            <a:off x="6331168" y="4005785"/>
            <a:ext cx="8117015" cy="29719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defPPr>
              <a:defRPr kern="0"/>
            </a:defPPr>
            <a:lvl1pPr marL="12700">
              <a:spcBef>
                <a:spcPts val="135"/>
              </a:spcBef>
              <a:tabLst>
                <a:tab pos="1108710" algn="l"/>
                <a:tab pos="2204720" algn="l"/>
                <a:tab pos="3300095" algn="l"/>
                <a:tab pos="4396740" algn="l"/>
                <a:tab pos="5493385" algn="l"/>
                <a:tab pos="6589395" algn="l"/>
              </a:tabLst>
              <a:defRPr sz="6100" b="1">
                <a:solidFill>
                  <a:srgbClr val="3B64C8"/>
                </a:solidFill>
                <a:latin typeface="Microsoft JhengHei" panose="020B0604030504040204" charset="-120"/>
                <a:ea typeface="宋体" panose="02010600030101010101" pitchFamily="2" charset="-122"/>
              </a:defRPr>
            </a:lvl1pPr>
          </a:lstStyle>
          <a:p>
            <a:r>
              <a:rPr lang="en-US" altLang="zh-CN" sz="9600" dirty="0"/>
              <a:t>GDB </a:t>
            </a:r>
            <a:r>
              <a:rPr lang="zh-CN" altLang="en-US" sz="9600" dirty="0"/>
              <a:t>更普遍的调试方法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9"/>
          <p:cNvSpPr txBox="1">
            <a:spLocks/>
          </p:cNvSpPr>
          <p:nvPr/>
        </p:nvSpPr>
        <p:spPr>
          <a:xfrm>
            <a:off x="838200" y="1125067"/>
            <a:ext cx="7227570" cy="67967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>
            <a:lvl1pPr>
              <a:defRPr sz="4300" b="1" i="0">
                <a:solidFill>
                  <a:srgbClr val="7887FF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marL="12700">
              <a:spcBef>
                <a:spcPts val="140"/>
              </a:spcBef>
            </a:pPr>
            <a:r>
              <a:rPr lang="en-US" altLang="zh-CN" spc="-10">
                <a:latin typeface="Microsoft JhengHei" panose="020B0604030504040204" charset="-120"/>
                <a:cs typeface="Microsoft JhengHei" panose="020B0604030504040204" charset="-120"/>
              </a:rPr>
              <a:t>4.1 </a:t>
            </a:r>
            <a:r>
              <a:rPr lang="en-US" altLang="zh-CN"/>
              <a:t>GDB </a:t>
            </a:r>
            <a:r>
              <a:rPr lang="zh-CN" altLang="en-US"/>
              <a:t>更普遍的调试方法</a:t>
            </a:r>
            <a:endParaRPr lang="zh-CN" altLang="en-US" spc="-10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ACCFB78-964E-B133-D2BB-61DAEE23C13A}"/>
              </a:ext>
            </a:extLst>
          </p:cNvPr>
          <p:cNvSpPr txBox="1"/>
          <p:nvPr/>
        </p:nvSpPr>
        <p:spPr>
          <a:xfrm>
            <a:off x="1371600" y="2400300"/>
            <a:ext cx="7315200" cy="4859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 algn="l" rtl="0">
              <a:lnSpc>
                <a:spcPct val="110000"/>
              </a:lnSpc>
            </a:pP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GDB</a:t>
            </a: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使用步骤：</a:t>
            </a:r>
            <a:endParaRPr lang="en-US" altLang="zh-CN" sz="2800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57200" lvl="1" indent="-457200" algn="l" rtl="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编译参数要加 </a:t>
            </a: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–g</a:t>
            </a:r>
          </a:p>
          <a:p>
            <a:pPr marL="457200" lvl="1" indent="-457200" algn="l" rtl="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gcc –g program.c –o program</a:t>
            </a:r>
          </a:p>
          <a:p>
            <a:pPr lvl="1" algn="l" rtl="0">
              <a:lnSpc>
                <a:spcPct val="110000"/>
              </a:lnSpc>
            </a:pPr>
            <a:endParaRPr lang="en-US" altLang="zh-CN" sz="2800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 algn="l" rtl="0">
              <a:lnSpc>
                <a:spcPct val="110000"/>
              </a:lnSpc>
            </a:pP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启动</a:t>
            </a: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GDB</a:t>
            </a: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：</a:t>
            </a:r>
            <a:endParaRPr lang="en-US" altLang="zh-CN" sz="2800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57200" lvl="1" indent="-457200" algn="l" rtl="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使用以下命令启动</a:t>
            </a:r>
            <a:r>
              <a:rPr lang="en-US" altLang="zh-CN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GDB</a:t>
            </a:r>
            <a:r>
              <a:rPr lang="zh-CN" altLang="en-US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并加载可执行文件</a:t>
            </a:r>
            <a:endParaRPr lang="en-US" altLang="zh-CN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algn="l" rtl="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gdb program</a:t>
            </a:r>
          </a:p>
          <a:p>
            <a:pPr marL="457200" lvl="1" indent="-457200" algn="l" rtl="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sz="2800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 algn="l" rtl="0">
              <a:lnSpc>
                <a:spcPct val="110000"/>
              </a:lnSpc>
            </a:pP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启用</a:t>
            </a:r>
            <a:r>
              <a:rPr lang="en-US" altLang="zh-CN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TUI </a:t>
            </a:r>
            <a:r>
              <a:rPr lang="zh-CN" altLang="en-US" sz="2800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模式，带代码窗口：</a:t>
            </a:r>
            <a:endParaRPr lang="en-US" altLang="zh-CN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algn="l" rtl="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gdb –tui program</a:t>
            </a:r>
          </a:p>
          <a:p>
            <a:pPr lvl="1" algn="l" rtl="0">
              <a:lnSpc>
                <a:spcPct val="110000"/>
              </a:lnSpc>
            </a:pPr>
            <a:endParaRPr lang="zh-CN" altLang="en-US" sz="2800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 rtl="0">
              <a:lnSpc>
                <a:spcPct val="110000"/>
              </a:lnSpc>
            </a:pPr>
            <a:endParaRPr lang="zh-CN" altLang="en-US" sz="2800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F7D48EB-F08D-B4D5-89A9-70B525587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798" y="2324100"/>
            <a:ext cx="8575530" cy="4515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C1E82-E4B1-31C3-608B-140D28D33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9">
            <a:extLst>
              <a:ext uri="{FF2B5EF4-FFF2-40B4-BE49-F238E27FC236}">
                <a16:creationId xmlns:a16="http://schemas.microsoft.com/office/drawing/2014/main" id="{045BD0FC-23C0-015B-296A-2C1C98D12DF3}"/>
              </a:ext>
            </a:extLst>
          </p:cNvPr>
          <p:cNvSpPr txBox="1">
            <a:spLocks/>
          </p:cNvSpPr>
          <p:nvPr/>
        </p:nvSpPr>
        <p:spPr>
          <a:xfrm>
            <a:off x="838200" y="1125067"/>
            <a:ext cx="7227570" cy="67967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>
            <a:lvl1pPr>
              <a:defRPr sz="4300" b="1" i="0">
                <a:solidFill>
                  <a:srgbClr val="7887FF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marL="12700">
              <a:spcBef>
                <a:spcPts val="140"/>
              </a:spcBef>
            </a:pPr>
            <a:r>
              <a:rPr lang="en-US" altLang="zh-CN" spc="-10" dirty="0">
                <a:latin typeface="Microsoft JhengHei" panose="020B0604030504040204" charset="-120"/>
                <a:cs typeface="Microsoft JhengHei" panose="020B0604030504040204" charset="-120"/>
              </a:rPr>
              <a:t>4.2 </a:t>
            </a:r>
            <a:r>
              <a:rPr lang="en-US" altLang="zh-CN" dirty="0"/>
              <a:t>GDB </a:t>
            </a:r>
            <a:r>
              <a:rPr lang="zh-CN" altLang="en-US" dirty="0"/>
              <a:t>常用命令速查</a:t>
            </a:r>
            <a:endParaRPr lang="zh-CN" altLang="en-US" spc="-10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59DD459-516B-BCA4-838D-DC9DF53AF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946311"/>
              </p:ext>
            </p:extLst>
          </p:nvPr>
        </p:nvGraphicFramePr>
        <p:xfrm>
          <a:off x="1847649" y="2377919"/>
          <a:ext cx="6629400" cy="5015577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408452941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8681967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878002787"/>
                    </a:ext>
                  </a:extLst>
                </a:gridCol>
              </a:tblGrid>
              <a:tr h="382037"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zh-CN" altLang="en-US" sz="2800" dirty="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命令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003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9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zh-CN" alt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简写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003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94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9D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zh-CN" alt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作用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E094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94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94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220343"/>
                  </a:ext>
                </a:extLst>
              </a:tr>
              <a:tr h="637359"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909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9D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9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en-US" sz="2800" dirty="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509D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9D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zh-CN" alt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开始运行程序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50A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718622"/>
                  </a:ext>
                </a:extLst>
              </a:tr>
              <a:tr h="892679"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break </a:t>
                      </a:r>
                      <a:r>
                        <a:rPr lang="zh-CN" alt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行号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D0B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 </a:t>
                      </a:r>
                      <a:r>
                        <a:rPr lang="zh-CN" alt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行号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90B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7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zh-CN" alt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在指定行打断点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B0B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8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413822"/>
                  </a:ext>
                </a:extLst>
              </a:tr>
              <a:tr h="1148001"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continue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90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7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8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807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8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7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8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zh-CN" alt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继续运行到下一个断点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B08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8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8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8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040881"/>
                  </a:ext>
                </a:extLst>
              </a:tr>
              <a:tr h="1148001"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next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708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8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8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708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8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8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9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zh-CN" altLang="en-US" sz="2800" dirty="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单步执行（不进入函数）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708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8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8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9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254550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A488770-7F4A-952E-1C5B-38B88CCDC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569597"/>
              </p:ext>
            </p:extLst>
          </p:nvPr>
        </p:nvGraphicFramePr>
        <p:xfrm>
          <a:off x="10058400" y="2377919"/>
          <a:ext cx="6629400" cy="5015577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408452941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8681967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878002787"/>
                    </a:ext>
                  </a:extLst>
                </a:gridCol>
              </a:tblGrid>
              <a:tr h="654301"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zh-CN" alt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命令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003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9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zh-CN" altLang="en-US" sz="2800" dirty="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简写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003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94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9D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zh-CN" alt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作用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E094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94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94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220343"/>
                  </a:ext>
                </a:extLst>
              </a:tr>
              <a:tr h="1138290"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en-US" sz="2800" dirty="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step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008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9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9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9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en-US" sz="2800" dirty="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109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9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9D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5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zh-CN" altLang="en-US" sz="2800" dirty="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单步执行（进入函数）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E09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9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9D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356208"/>
                  </a:ext>
                </a:extLst>
              </a:tr>
              <a:tr h="1097492"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print </a:t>
                      </a:r>
                      <a:r>
                        <a:rPr lang="zh-CN" alt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变量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909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95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9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9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 </a:t>
                      </a:r>
                      <a:r>
                        <a:rPr lang="zh-CN" alt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变量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0095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9D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5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9D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zh-CN" alt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查看变量值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A09D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9D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9D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A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97575"/>
                  </a:ext>
                </a:extLst>
              </a:tr>
              <a:tr h="1028002"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backtrace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809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9D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9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bt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D09D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A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9D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zh-CN" alt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查看调用栈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10A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A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A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A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466463"/>
                  </a:ext>
                </a:extLst>
              </a:tr>
              <a:tr h="1097492"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quit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F0A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en-US" sz="280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C0B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A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fontAlgn="ctr" latinLnBrk="0">
                        <a:buNone/>
                      </a:pPr>
                      <a:r>
                        <a:rPr lang="zh-CN" altLang="en-US" sz="2800" dirty="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退出 </a:t>
                      </a:r>
                      <a:r>
                        <a:rPr lang="en-US" sz="2800" dirty="0">
                          <a:solidFill>
                            <a:srgbClr val="7887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GDB</a:t>
                      </a:r>
                    </a:p>
                  </a:txBody>
                  <a:tcPr marL="113453" marR="113453" marT="56727" marB="56727" anchor="ctr">
                    <a:lnL w="6350" cap="flat" cmpd="sng" algn="ctr">
                      <a:solidFill>
                        <a:srgbClr val="20A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A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A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A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970674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D48C505-BAD1-EB21-CFA4-CC5CE7237A48}"/>
              </a:ext>
            </a:extLst>
          </p:cNvPr>
          <p:cNvSpPr txBox="1"/>
          <p:nvPr/>
        </p:nvSpPr>
        <p:spPr>
          <a:xfrm>
            <a:off x="1815548" y="7734301"/>
            <a:ext cx="7709452" cy="533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 algn="l" rtl="0">
              <a:lnSpc>
                <a:spcPct val="110000"/>
              </a:lnSpc>
            </a:pP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Tips</a:t>
            </a: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：想要知道更多</a:t>
            </a: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GDB</a:t>
            </a:r>
            <a:r>
              <a:rPr lang="zh-CN" altLang="en-US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的命令，</a:t>
            </a:r>
            <a:r>
              <a:rPr lang="en-US" altLang="zh-CN" sz="2800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RTFM/RTFW</a:t>
            </a:r>
            <a:endParaRPr lang="zh-CN" altLang="en-US" sz="2800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859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27CCD-12F2-1521-6EDE-7B301E98B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9">
            <a:extLst>
              <a:ext uri="{FF2B5EF4-FFF2-40B4-BE49-F238E27FC236}">
                <a16:creationId xmlns:a16="http://schemas.microsoft.com/office/drawing/2014/main" id="{1C3A7580-FD66-B172-47BC-01B7470EC767}"/>
              </a:ext>
            </a:extLst>
          </p:cNvPr>
          <p:cNvSpPr txBox="1">
            <a:spLocks/>
          </p:cNvSpPr>
          <p:nvPr/>
        </p:nvSpPr>
        <p:spPr>
          <a:xfrm>
            <a:off x="838200" y="1125067"/>
            <a:ext cx="7227570" cy="67967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>
            <a:lvl1pPr>
              <a:defRPr sz="4300" b="1" i="0">
                <a:solidFill>
                  <a:srgbClr val="7887FF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marL="12700">
              <a:spcBef>
                <a:spcPts val="140"/>
              </a:spcBef>
            </a:pPr>
            <a:r>
              <a:rPr lang="en-US" altLang="zh-CN" spc="-10" dirty="0">
                <a:latin typeface="Microsoft JhengHei" panose="020B0604030504040204" charset="-120"/>
                <a:cs typeface="Microsoft JhengHei" panose="020B0604030504040204" charset="-120"/>
              </a:rPr>
              <a:t>4.3 </a:t>
            </a:r>
            <a:r>
              <a:rPr lang="zh-CN" altLang="en-US" spc="-10" dirty="0">
                <a:latin typeface="Microsoft JhengHei" panose="020B0604030504040204" charset="-120"/>
                <a:cs typeface="Microsoft JhengHei" panose="020B0604030504040204" charset="-120"/>
              </a:rPr>
              <a:t>进阶：</a:t>
            </a:r>
            <a:r>
              <a:rPr lang="en-US" altLang="zh-CN" dirty="0"/>
              <a:t>GDB </a:t>
            </a:r>
            <a:r>
              <a:rPr lang="zh-CN" altLang="en-US" dirty="0"/>
              <a:t>实战</a:t>
            </a:r>
            <a:endParaRPr lang="zh-CN" altLang="en-US" spc="-10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25D91FD-2DED-698A-7F93-1D12B5238A33}"/>
              </a:ext>
            </a:extLst>
          </p:cNvPr>
          <p:cNvSpPr txBox="1"/>
          <p:nvPr/>
        </p:nvSpPr>
        <p:spPr>
          <a:xfrm>
            <a:off x="1905000" y="2490580"/>
            <a:ext cx="7924800" cy="4862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 algn="l" rtl="0">
              <a:lnSpc>
                <a:spcPct val="110000"/>
              </a:lnSpc>
            </a:pPr>
            <a:r>
              <a:rPr lang="zh-CN" altLang="en-US" sz="2800" b="1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“一生一芯”讲义</a:t>
            </a:r>
            <a:r>
              <a:rPr lang="en-US" altLang="zh-CN" sz="2800" b="1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</a:p>
          <a:p>
            <a:pPr marL="457200" lvl="1" indent="-457200" algn="l" rtl="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800" b="1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E6 PA1 RTFSC</a:t>
            </a:r>
            <a:r>
              <a:rPr lang="zh-CN" altLang="en-US" sz="2800" b="1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：</a:t>
            </a:r>
            <a:r>
              <a:rPr lang="zh-CN" altLang="en-US" sz="2800" b="1" dirty="0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优美地退出</a:t>
            </a:r>
            <a:endParaRPr lang="en-US" altLang="zh-CN" sz="2800" b="1" dirty="0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algn="l" rtl="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sz="2800" b="1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57200" lvl="1" indent="-457200" algn="l" rtl="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sz="2800" b="1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57200" lvl="1" indent="-457200" algn="l" rtl="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sz="2800" b="1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57200" lvl="1" indent="-457200" algn="l" rtl="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sz="2800" b="1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57200" lvl="1" indent="-457200" algn="l" rtl="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sz="2800" b="1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 algn="l" rtl="0">
              <a:lnSpc>
                <a:spcPct val="110000"/>
              </a:lnSpc>
            </a:pPr>
            <a:endParaRPr lang="en-US" altLang="zh-CN" sz="2800" b="1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57200" lvl="1" indent="-457200" algn="l" rtl="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800" b="1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C3 </a:t>
            </a:r>
            <a:r>
              <a:rPr lang="zh-CN" altLang="en-US" sz="2800" b="1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调试技巧选讲：</a:t>
            </a:r>
            <a:r>
              <a:rPr lang="en-US" altLang="zh-CN" sz="2800" b="1" noProof="1">
                <a:solidFill>
                  <a:srgbClr val="7887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https://ysyx.oscc.cc/slides/2306/16.html#/</a:t>
            </a:r>
            <a:endParaRPr lang="zh-CN" altLang="en-US" sz="2800" b="1" noProof="1">
              <a:solidFill>
                <a:srgbClr val="7887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8E8E80-5383-B0B9-3C91-C65B0C058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467100"/>
            <a:ext cx="10414535" cy="261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992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4FE97-5E4B-81AE-6B77-8979251BB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2">
            <a:extLst>
              <a:ext uri="{FF2B5EF4-FFF2-40B4-BE49-F238E27FC236}">
                <a16:creationId xmlns:a16="http://schemas.microsoft.com/office/drawing/2014/main" id="{230605AF-2D2A-C70B-229B-8E81693399AE}"/>
              </a:ext>
            </a:extLst>
          </p:cNvPr>
          <p:cNvSpPr txBox="1">
            <a:spLocks/>
          </p:cNvSpPr>
          <p:nvPr/>
        </p:nvSpPr>
        <p:spPr>
          <a:xfrm>
            <a:off x="4304609" y="2397785"/>
            <a:ext cx="9050020" cy="17272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 sz="4300" b="1" i="0">
                <a:solidFill>
                  <a:srgbClr val="7887FF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zh-CN" altLang="en-US" sz="11150" b="0" spc="665" dirty="0">
                <a:solidFill>
                  <a:srgbClr val="3B64C8"/>
                </a:solidFill>
                <a:latin typeface="Microsoft JhengHei" panose="020B0604030504040204" charset="-120"/>
                <a:cs typeface="Microsoft JhengHei" panose="020B0604030504040204" charset="-120"/>
              </a:rPr>
              <a:t>感谢您的观看</a:t>
            </a:r>
            <a:endParaRPr lang="zh-CN" altLang="en-US" sz="11150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41053B0D-3B03-15DE-4148-8392C7EE4886}"/>
              </a:ext>
            </a:extLst>
          </p:cNvPr>
          <p:cNvSpPr txBox="1"/>
          <p:nvPr/>
        </p:nvSpPr>
        <p:spPr>
          <a:xfrm>
            <a:off x="2708792" y="4635054"/>
            <a:ext cx="13064607" cy="684162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705485" algn="l"/>
                <a:tab pos="1398905" algn="l"/>
                <a:tab pos="2103120" algn="l"/>
                <a:tab pos="2796540" algn="l"/>
                <a:tab pos="3502660" algn="l"/>
                <a:tab pos="4658360" algn="l"/>
                <a:tab pos="5351145" algn="l"/>
                <a:tab pos="6097905" algn="l"/>
                <a:tab pos="7266305" algn="l"/>
                <a:tab pos="8204200" algn="l"/>
                <a:tab pos="8908415" algn="l"/>
                <a:tab pos="9601835" algn="l"/>
                <a:tab pos="10292080" algn="l"/>
                <a:tab pos="10985500" algn="l"/>
                <a:tab pos="11366500" algn="l"/>
                <a:tab pos="12059920" algn="l"/>
              </a:tabLst>
            </a:pPr>
            <a:r>
              <a:rPr sz="4350" spc="555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T</a:t>
            </a:r>
            <a:r>
              <a:rPr sz="4350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4350" spc="75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H</a:t>
            </a:r>
            <a:r>
              <a:rPr sz="4350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4350" spc="370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A</a:t>
            </a:r>
            <a:r>
              <a:rPr sz="4350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4350" spc="75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N</a:t>
            </a:r>
            <a:r>
              <a:rPr sz="4350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4350" spc="545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K</a:t>
            </a:r>
            <a:r>
              <a:rPr sz="4350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4350" spc="955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S</a:t>
            </a:r>
            <a:r>
              <a:rPr sz="4350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4350" spc="1689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f</a:t>
            </a:r>
            <a:r>
              <a:rPr sz="4350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4350" spc="320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O</a:t>
            </a:r>
            <a:r>
              <a:rPr sz="4350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4350" spc="635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R</a:t>
            </a:r>
            <a:r>
              <a:rPr sz="4350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4350" spc="1475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W</a:t>
            </a:r>
            <a:r>
              <a:rPr sz="4350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4350" spc="370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A</a:t>
            </a:r>
            <a:r>
              <a:rPr sz="4350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4350" spc="555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T</a:t>
            </a:r>
            <a:r>
              <a:rPr sz="4350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4350" spc="250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C</a:t>
            </a:r>
            <a:r>
              <a:rPr sz="4350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4350" spc="75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H</a:t>
            </a:r>
            <a:r>
              <a:rPr sz="4350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4350" spc="-415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I</a:t>
            </a:r>
            <a:r>
              <a:rPr sz="4350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4350" spc="75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N</a:t>
            </a:r>
            <a:r>
              <a:rPr sz="4350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lang="en-US" altLang="zh-CN" sz="4350" spc="570" dirty="0">
                <a:solidFill>
                  <a:srgbClr val="3B64C8"/>
                </a:solidFill>
                <a:latin typeface="Lucida Sans Unicode" panose="020B0602030504020204"/>
                <a:cs typeface="Lucida Sans Unicode" panose="020B0602030504020204"/>
              </a:rPr>
              <a:t>G</a:t>
            </a:r>
            <a:endParaRPr sz="4350" dirty="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0" name="object 14">
            <a:extLst>
              <a:ext uri="{FF2B5EF4-FFF2-40B4-BE49-F238E27FC236}">
                <a16:creationId xmlns:a16="http://schemas.microsoft.com/office/drawing/2014/main" id="{2144BF72-1C1E-B195-F045-A4015B35BF3B}"/>
              </a:ext>
            </a:extLst>
          </p:cNvPr>
          <p:cNvSpPr txBox="1"/>
          <p:nvPr/>
        </p:nvSpPr>
        <p:spPr>
          <a:xfrm>
            <a:off x="12434758" y="6803042"/>
            <a:ext cx="4787900" cy="545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00" spc="-15" dirty="0">
                <a:solidFill>
                  <a:srgbClr val="3B64C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——“一生一芯”工作室</a:t>
            </a:r>
            <a:endParaRPr sz="3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79135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19995231,3733025,20290059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.33055118110238,&quot;left&quot;:267.6,&quot;top&quot;:293.8194488188976,&quot;width&quot;:900.776614173228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.33055118110238,&quot;left&quot;:267.6,&quot;top&quot;:293.8194488188976,&quot;width&quot;:900.776614173228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.33055118110238,&quot;left&quot;:267.6,&quot;top&quot;:293.8194488188976,&quot;width&quot;:900.776614173228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.33055118110238,&quot;left&quot;:267.6,&quot;top&quot;:293.8194488188976,&quot;width&quot;:900.776614173228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.33055118110238,&quot;left&quot;:267.6,&quot;top&quot;:293.8194488188976,&quot;width&quot;:900.776614173228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.33055118110238,&quot;left&quot;:267.6,&quot;top&quot;:293.8194488188976,&quot;width&quot;:900.776614173228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.33055118110238,&quot;left&quot;:267.6,&quot;top&quot;:293.8194488188976,&quot;width&quot;:900.776614173228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.33055118110238,&quot;left&quot;:267.6,&quot;top&quot;:293.8194488188976,&quot;width&quot;:900.776614173228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08055118110238,&quot;left&quot;:267.6007874015748,&quot;top&quot;:293.8194488188976,&quot;width&quot;:1031.3992125984253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08055118110238,&quot;left&quot;:267.6007874015748,&quot;top&quot;:293.8194488188976,&quot;width&quot;:1031.3992125984253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08055118110238,&quot;left&quot;:267.6007874015748,&quot;top&quot;:293.8194488188976,&quot;width&quot;:1031.3992125984253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08055118110238,&quot;left&quot;:267.6007874015748,&quot;top&quot;:293.8194488188976,&quot;width&quot;:1031.399212598425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08055118110238,&quot;left&quot;:267.6007874015748,&quot;top&quot;:293.8194488188976,&quot;width&quot;:1031.3992125984253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08055118110238,&quot;left&quot;:267.6007874015748,&quot;top&quot;:293.8194488188976,&quot;width&quot;:1031.3992125984253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08055118110238,&quot;left&quot;:267.6007874015748,&quot;top&quot;:293.8194488188976,&quot;width&quot;:1031.3992125984253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08055118110238,&quot;left&quot;:267.6007874015748,&quot;top&quot;:293.8194488188976,&quot;width&quot;:1031.3992125984253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8171</TotalTime>
  <Words>684</Words>
  <Application>Microsoft Office PowerPoint</Application>
  <PresentationFormat>自定义</PresentationFormat>
  <Paragraphs>126</Paragraphs>
  <Slides>15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Microsoft JhengHei</vt:lpstr>
      <vt:lpstr>等线</vt:lpstr>
      <vt:lpstr>宋体</vt:lpstr>
      <vt:lpstr>Arial</vt:lpstr>
      <vt:lpstr>Lucida Sans Unicode</vt:lpstr>
      <vt:lpstr>Segoe Print</vt:lpstr>
      <vt:lpstr>Office Theme</vt:lpstr>
      <vt:lpstr>“ ⼀⽣⼀芯” 工 作室技术分享会</vt:lpstr>
      <vt:lpstr>⽬录CONTENTS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04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 ⼀⽣⼀芯” ⼯作室⼩课堂</dc:title>
  <dc:creator>小羊同学</dc:creator>
  <cp:keywords>DAGj7ypCIeg,BAF2KWTEChw,0</cp:keywords>
  <cp:lastModifiedBy>许泽鹏</cp:lastModifiedBy>
  <cp:revision>234</cp:revision>
  <dcterms:created xsi:type="dcterms:W3CDTF">2026-03-17T14:01:00Z</dcterms:created>
  <dcterms:modified xsi:type="dcterms:W3CDTF">2026-04-14T15:24:35Z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2025-05-13T00:00:00Z</vt:filetime>
  </property>
  <property fmtid="{D5CDD505-2E9C-101B-9397-08002B2CF9AE}" pid="3" name="Creator">
    <vt:lpwstr>Canva</vt:lpwstr>
  </property>
  <property fmtid="{D5CDD505-2E9C-101B-9397-08002B2CF9AE}" pid="4" name="LastSaved">
    <vt:filetime>2025-09-19T00:00:00Z</vt:filetime>
  </property>
  <property fmtid="{D5CDD505-2E9C-101B-9397-08002B2CF9AE}" pid="5" name="Producer">
    <vt:lpwstr>Canva</vt:lpwstr>
  </property>
  <property fmtid="{D5CDD505-2E9C-101B-9397-08002B2CF9AE}" pid="6" name="ICV">
    <vt:lpwstr>4B7E311E62EE983ECC5EB969D67E00E2_42</vt:lpwstr>
  </property>
  <property fmtid="{D5CDD505-2E9C-101B-9397-08002B2CF9AE}" pid="7" name="KSOProductBuildVer">
    <vt:lpwstr>2052-12.1.0.25225</vt:lpwstr>
  </property>
</Properties>
</file>